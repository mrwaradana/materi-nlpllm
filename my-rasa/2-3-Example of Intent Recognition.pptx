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3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2C753-0B9A-E410-8608-1B02840DE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422FB-FC77-4080-04D8-A8970A3CD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FC700-880B-89AA-C412-13C7B8CE6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91D9E-9759-CF80-C0B7-B2D796C82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1006-4449-8829-B142-4E4C98DAC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950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6A85B-D307-2497-8B97-D5B20FEF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68AA5-1962-DA10-F44D-2B7CC69F6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BF319-C2C5-E46C-EAEE-95431291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0858-26A6-4411-0A6D-1D8E509B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72C08-60DE-A3C9-4D0A-F326A844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1892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B2AAA-FE4A-9A77-E529-D733C64B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6FF79-55ED-5D5C-B3F5-9839BCCFB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424F4-AE82-AE0C-A3A4-87C197F0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68B0A-C977-1EB2-5117-52913552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309B6-54FA-CBE0-334A-1DE9A8A4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1281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BC28-C3FF-8C66-FD5C-063A0A14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49CA9-230C-0B1F-4DF9-6AAF79332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2F3B7A-46DA-1986-FB13-64B17F960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CF165-1316-5776-AB2A-E298144C9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E24A8-F55B-91FD-7411-E90AAD4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EA3D31-52DE-CE75-BEAF-EDCC6174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3727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1088-D803-FE95-F425-C70ED38F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AC97C-8DB8-F3F0-A1BA-E51C0609D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FA28F-BF81-39B2-00B8-D1D9EC325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DDCBD-053C-662B-1536-2B639E11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AC75BC-FE5F-1799-F630-66C3A1766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75E00-70CF-5B6C-AA44-1E5404B8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BC0E39-A97C-1196-C02E-A050F616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1D7EA-EBEF-07EF-49D3-7753156D4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20285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902D-C6A7-1875-1176-DE260863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44430-DD9A-00B2-4D05-AE6FFEB1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9B2713-14C9-A434-9083-89C8C076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22AF6-867F-F9FE-B035-712EA20D7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530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E59749-9C9D-21FB-5514-F096B07E2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05EDB-15BC-E216-179E-94F104CB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EE6C1-6768-EE17-12CA-E6ED49EF2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653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0609-70D0-7E81-9C89-B80AA5018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C1E2-712F-7CB0-80A9-0939C38D7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369F53-7F27-49AF-AAFC-34771A94C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A9F2B-8314-9C5A-0092-325E0A0D8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7CF00-CC6B-B31F-926B-3735C353C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06696-67EA-6B94-7A50-26051AA0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79307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4478B-8BCD-C643-59F4-17E8B8424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7CE846-9D3B-0E6B-4DC6-3A6446BBED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D6229-EFFA-4A0F-4E70-4BB1A4475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6B0A2-E613-39AB-BB8A-508BBC930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B3B2D-BFD0-6CCE-1196-A18C0A7C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E8D37-44D8-27F8-F32A-A3BB91412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2269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96AE-EA29-B871-114A-4EAB51728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9C875-C04F-4E2D-5EC9-A3300067E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2012C-D347-3097-7600-C5A206C0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C03F9-91E0-C399-8F99-4515B5C3B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FFE38-1F4D-99DB-B830-229EF31D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7726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0E5A9-502D-6697-1D6A-CDB01B4573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AED1E5-59D6-4298-1F0A-8252B0624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E6857-EB18-17D6-8884-1BB3EE49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B0950-8CA0-9C68-B0DA-2CB4EEBF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378FF-C772-5E0E-FECE-3E63FA55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031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451B14-F415-3E80-740A-0C2EE9C31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50C9C-FEFF-63A0-565B-D9794B86A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7A7AE-CC29-1C7E-088A-3F816C596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DE176-F31E-4250-9C49-8307298E016D}" type="datetimeFigureOut">
              <a:rPr lang="en-ID" smtClean="0"/>
              <a:t>03/09/2025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E0B39-B340-9504-B342-1B108E0EF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5F3C3-9ECD-C895-21DB-3C8593524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7793C-701E-4839-928B-2734B8A868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5993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1D1DF-B073-6085-5C08-A36EB3B3E8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Intent Recognition Example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72C63-A63C-A1D2-3117-753C080AD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56382"/>
            <a:ext cx="9144000" cy="1401417"/>
          </a:xfrm>
        </p:spPr>
        <p:txBody>
          <a:bodyPr/>
          <a:lstStyle/>
          <a:p>
            <a:r>
              <a:rPr lang="en-US" dirty="0"/>
              <a:t>atjahyanto@gmail.com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778826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82941-B89F-5448-607C-DC325DD0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CLINC150 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AC984-EC78-F9CF-8A1F-8554DD357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1443" cy="4351338"/>
          </a:xfrm>
        </p:spPr>
        <p:txBody>
          <a:bodyPr/>
          <a:lstStyle/>
          <a:p>
            <a:r>
              <a:rPr lang="en-US" dirty="0"/>
              <a:t>Dataset benchmark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Intent Recognition pada chatbot dan </a:t>
            </a:r>
            <a:r>
              <a:rPr lang="en-US" dirty="0" err="1"/>
              <a:t>asisten</a:t>
            </a:r>
            <a:r>
              <a:rPr lang="en-US" dirty="0"/>
              <a:t> virtual. </a:t>
            </a:r>
          </a:p>
          <a:p>
            <a:r>
              <a:rPr lang="en-US" dirty="0" err="1"/>
              <a:t>Berasal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paper Larson et al., 2019, “An Evaluation Dataset for Intent Classification and Out-of-Scope Prediction.”</a:t>
            </a:r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69FED9C-3917-B503-2175-915811C4D9CA}"/>
              </a:ext>
            </a:extLst>
          </p:cNvPr>
          <p:cNvSpPr txBox="1">
            <a:spLocks/>
          </p:cNvSpPr>
          <p:nvPr/>
        </p:nvSpPr>
        <p:spPr>
          <a:xfrm>
            <a:off x="6450496" y="1825625"/>
            <a:ext cx="575144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Benchmark dataset for Intent Recognition tasks in chatbots and virtual assistants.</a:t>
            </a:r>
          </a:p>
          <a:p>
            <a:r>
              <a:rPr lang="en-US" dirty="0"/>
              <a:t>From the paper Larson et al., 2019, “An Evaluation Dataset for Intent Classification and Out-of-Scope Prediction.”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A17EC-7CF0-1E9D-0FCC-FDA0C18B2423}"/>
              </a:ext>
            </a:extLst>
          </p:cNvPr>
          <p:cNvSpPr txBox="1"/>
          <p:nvPr/>
        </p:nvSpPr>
        <p:spPr>
          <a:xfrm>
            <a:off x="3409122" y="5267739"/>
            <a:ext cx="5158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https://aclanthology.org/D19-1131/</a:t>
            </a:r>
          </a:p>
        </p:txBody>
      </p:sp>
    </p:spTree>
    <p:extLst>
      <p:ext uri="{BB962C8B-B14F-4D97-AF65-F5344CB8AC3E}">
        <p14:creationId xmlns:p14="http://schemas.microsoft.com/office/powerpoint/2010/main" val="105094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B5A2C-75E0-F16A-A5C3-7CAD6405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Dataset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8D9EC3-C221-29F2-DA88-20F4F755999A}"/>
              </a:ext>
            </a:extLst>
          </p:cNvPr>
          <p:cNvSpPr txBox="1"/>
          <p:nvPr/>
        </p:nvSpPr>
        <p:spPr>
          <a:xfrm>
            <a:off x="6329956" y="1966186"/>
            <a:ext cx="5178287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2000" dirty="0"/>
              <a:t>from datasets import </a:t>
            </a:r>
            <a:r>
              <a:rPr lang="en-ID" sz="2000" dirty="0" err="1"/>
              <a:t>load_dataset</a:t>
            </a:r>
            <a:endParaRPr lang="en-ID" sz="2000" dirty="0"/>
          </a:p>
          <a:p>
            <a:endParaRPr lang="en-ID" sz="2000" dirty="0"/>
          </a:p>
          <a:p>
            <a:r>
              <a:rPr lang="en-ID" sz="2000" dirty="0"/>
              <a:t>dataset = </a:t>
            </a:r>
            <a:r>
              <a:rPr lang="en-ID" sz="2000" dirty="0" err="1"/>
              <a:t>load_dataset</a:t>
            </a:r>
            <a:r>
              <a:rPr lang="en-ID" sz="2000" dirty="0"/>
              <a:t>("</a:t>
            </a:r>
            <a:r>
              <a:rPr lang="en-ID" sz="2000" dirty="0" err="1"/>
              <a:t>clinc_oos</a:t>
            </a:r>
            <a:r>
              <a:rPr lang="en-ID" sz="2000" dirty="0"/>
              <a:t>", "small")</a:t>
            </a:r>
          </a:p>
          <a:p>
            <a:endParaRPr lang="en-ID" sz="2000" dirty="0"/>
          </a:p>
          <a:p>
            <a:r>
              <a:rPr lang="en-ID" sz="2000" dirty="0"/>
              <a:t>print(dataset)</a:t>
            </a:r>
          </a:p>
          <a:p>
            <a:r>
              <a:rPr lang="en-ID" sz="2000" dirty="0"/>
              <a:t>print(dataset["train"].features)</a:t>
            </a:r>
          </a:p>
          <a:p>
            <a:endParaRPr lang="en-ID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BE3039-D5AF-3D96-7BC1-8CFD36D34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66186"/>
            <a:ext cx="5023846" cy="344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99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39E0E-17D3-9A19-864D-2D056056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Pre-trained model: </a:t>
            </a:r>
            <a:r>
              <a:rPr lang="en-US" dirty="0" err="1"/>
              <a:t>DistilBERT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8C91F-305E-CF9A-06F2-21868FC6830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751443" cy="2169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DistilBERT</a:t>
            </a:r>
            <a:r>
              <a:rPr lang="en-US" dirty="0"/>
              <a:t> is a lightweight variant of BERT designed to maintain high performance while reducing model size and inference speed.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B4744-85EB-AE43-ED98-C8274AF39549}"/>
              </a:ext>
            </a:extLst>
          </p:cNvPr>
          <p:cNvSpPr txBox="1"/>
          <p:nvPr/>
        </p:nvSpPr>
        <p:spPr>
          <a:xfrm>
            <a:off x="1162878" y="4293704"/>
            <a:ext cx="8878957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2400" dirty="0"/>
              <a:t> model = </a:t>
            </a:r>
            <a:r>
              <a:rPr lang="en-ID" sz="2400" dirty="0" err="1"/>
              <a:t>DistilBertForSequenceClassification.from_pretrained</a:t>
            </a:r>
            <a:r>
              <a:rPr lang="en-ID" sz="2400" dirty="0"/>
              <a:t>(</a:t>
            </a:r>
          </a:p>
          <a:p>
            <a:r>
              <a:rPr lang="en-ID" sz="2400" dirty="0"/>
              <a:t>        "</a:t>
            </a:r>
            <a:r>
              <a:rPr lang="en-ID" sz="2400" dirty="0" err="1"/>
              <a:t>distilbert</a:t>
            </a:r>
            <a:r>
              <a:rPr lang="en-ID" sz="2400" dirty="0"/>
              <a:t>-base-uncased",</a:t>
            </a:r>
          </a:p>
          <a:p>
            <a:r>
              <a:rPr lang="en-ID" sz="2400" dirty="0"/>
              <a:t>        </a:t>
            </a:r>
            <a:r>
              <a:rPr lang="en-ID" sz="2400" dirty="0" err="1"/>
              <a:t>num_labels</a:t>
            </a:r>
            <a:r>
              <a:rPr lang="en-ID" sz="2400" dirty="0"/>
              <a:t>=</a:t>
            </a:r>
            <a:r>
              <a:rPr lang="en-ID" sz="2400" dirty="0" err="1"/>
              <a:t>num_labels</a:t>
            </a:r>
            <a:endParaRPr lang="en-ID" sz="2400" dirty="0"/>
          </a:p>
          <a:p>
            <a:r>
              <a:rPr lang="en-ID" sz="2400" dirty="0"/>
              <a:t>   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B263D-8E3A-EB89-4554-1904DB1E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537" y="2016173"/>
            <a:ext cx="4254338" cy="13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110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0F1B-6486-CADA-1DB9-A0E6BD21E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Tokenizer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5A7A6-C845-03B7-E173-E10AE5ACEED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751443" cy="216990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Serves to break down text into small units such as words, sub-words, or characters, which are called tokens.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16521-EE87-FCDB-E8FC-91895945F946}"/>
              </a:ext>
            </a:extLst>
          </p:cNvPr>
          <p:cNvSpPr txBox="1"/>
          <p:nvPr/>
        </p:nvSpPr>
        <p:spPr>
          <a:xfrm>
            <a:off x="1093305" y="3160971"/>
            <a:ext cx="10595113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2000" dirty="0"/>
              <a:t># load tokenizer</a:t>
            </a:r>
          </a:p>
          <a:p>
            <a:r>
              <a:rPr lang="en-ID" sz="2000" dirty="0"/>
              <a:t>tokenizer = </a:t>
            </a:r>
            <a:r>
              <a:rPr lang="en-ID" sz="2000" dirty="0" err="1"/>
              <a:t>DistilBertTokenizerFast.from_pretrained</a:t>
            </a:r>
            <a:r>
              <a:rPr lang="en-ID" sz="2000" dirty="0"/>
              <a:t>("</a:t>
            </a:r>
            <a:r>
              <a:rPr lang="en-ID" sz="2000" dirty="0" err="1"/>
              <a:t>distilbert</a:t>
            </a:r>
            <a:r>
              <a:rPr lang="en-ID" sz="2000" dirty="0"/>
              <a:t>-base-uncased")</a:t>
            </a:r>
          </a:p>
          <a:p>
            <a:endParaRPr lang="en-ID" sz="2000" dirty="0"/>
          </a:p>
          <a:p>
            <a:r>
              <a:rPr lang="en-ID" sz="2000" dirty="0"/>
              <a:t># </a:t>
            </a:r>
            <a:r>
              <a:rPr lang="en-US" sz="2000" dirty="0"/>
              <a:t>transform the entire dataset, translating raw text into numeric tokens (input IDs, attention masks).</a:t>
            </a:r>
            <a:endParaRPr lang="en-ID" sz="2000" dirty="0"/>
          </a:p>
          <a:p>
            <a:r>
              <a:rPr lang="en-ID" sz="2000" dirty="0"/>
              <a:t>dataset = </a:t>
            </a:r>
            <a:r>
              <a:rPr lang="en-ID" sz="2000" dirty="0" err="1"/>
              <a:t>dataset.map</a:t>
            </a:r>
            <a:r>
              <a:rPr lang="en-ID" sz="2000" dirty="0"/>
              <a:t>(lambda x: tokenizer(x["text"], padding=True, truncation=True), batched=True)</a:t>
            </a:r>
          </a:p>
          <a:p>
            <a:endParaRPr lang="en-ID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80939-F667-C1B6-FA9B-1DA3941D1716}"/>
              </a:ext>
            </a:extLst>
          </p:cNvPr>
          <p:cNvSpPr txBox="1"/>
          <p:nvPr/>
        </p:nvSpPr>
        <p:spPr>
          <a:xfrm>
            <a:off x="1822174" y="5465813"/>
            <a:ext cx="1338470" cy="37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"I love </a:t>
            </a:r>
            <a:r>
              <a:rPr lang="en-US" dirty="0" err="1"/>
              <a:t>nlp</a:t>
            </a:r>
            <a:r>
              <a:rPr lang="en-US" dirty="0"/>
              <a:t>"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CA6A6-3367-7E60-7BBE-F9C176852B9F}"/>
              </a:ext>
            </a:extLst>
          </p:cNvPr>
          <p:cNvSpPr txBox="1"/>
          <p:nvPr/>
        </p:nvSpPr>
        <p:spPr>
          <a:xfrm>
            <a:off x="5131906" y="5218377"/>
            <a:ext cx="4389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{</a:t>
            </a:r>
          </a:p>
          <a:p>
            <a:r>
              <a:rPr lang="en-ID" dirty="0"/>
              <a:t>  '</a:t>
            </a:r>
            <a:r>
              <a:rPr lang="en-ID" dirty="0" err="1"/>
              <a:t>input_ids</a:t>
            </a:r>
            <a:r>
              <a:rPr lang="en-ID" dirty="0"/>
              <a:t>': [101, 1045, 2293, 17953, 102]</a:t>
            </a:r>
          </a:p>
          <a:p>
            <a:r>
              <a:rPr lang="en-ID" dirty="0"/>
              <a:t>  '</a:t>
            </a:r>
            <a:r>
              <a:rPr lang="en-ID" dirty="0" err="1"/>
              <a:t>attention_mask</a:t>
            </a:r>
            <a:r>
              <a:rPr lang="en-ID" dirty="0"/>
              <a:t>': [1, 1, 1, 1, 1]</a:t>
            </a:r>
          </a:p>
          <a:p>
            <a:r>
              <a:rPr lang="en-ID" dirty="0"/>
              <a:t>}</a:t>
            </a:r>
          </a:p>
          <a:p>
            <a:endParaRPr lang="en-ID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45BF1AB-73F3-A576-DF2E-4A70A40430C3}"/>
              </a:ext>
            </a:extLst>
          </p:cNvPr>
          <p:cNvSpPr/>
          <p:nvPr/>
        </p:nvSpPr>
        <p:spPr>
          <a:xfrm>
            <a:off x="3389243" y="5465813"/>
            <a:ext cx="1262270" cy="4945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2E51CC-A267-7228-8988-A004B43B5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28" y="1042549"/>
            <a:ext cx="4994752" cy="15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882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0C93-7E62-945B-E4A7-C3211B6F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Tokenizer Example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D3118-8F5C-D9BB-CED9-6014D3FA7A3E}"/>
              </a:ext>
            </a:extLst>
          </p:cNvPr>
          <p:cNvSpPr txBox="1"/>
          <p:nvPr/>
        </p:nvSpPr>
        <p:spPr>
          <a:xfrm>
            <a:off x="5297557" y="192832"/>
            <a:ext cx="6609522" cy="54784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1400" dirty="0"/>
              <a:t>from transformers import </a:t>
            </a:r>
            <a:r>
              <a:rPr lang="en-ID" sz="1400" dirty="0" err="1"/>
              <a:t>BertTokenizer</a:t>
            </a:r>
            <a:endParaRPr lang="en-ID" sz="1400" dirty="0"/>
          </a:p>
          <a:p>
            <a:r>
              <a:rPr lang="en-ID" sz="1400" dirty="0"/>
              <a:t>from datasets import </a:t>
            </a:r>
            <a:r>
              <a:rPr lang="en-ID" sz="1400" dirty="0" err="1"/>
              <a:t>load_dataset</a:t>
            </a:r>
            <a:endParaRPr lang="en-ID" sz="1400" dirty="0"/>
          </a:p>
          <a:p>
            <a:r>
              <a:rPr lang="en-ID" sz="1400" dirty="0"/>
              <a:t>from datasets import Dataset</a:t>
            </a:r>
          </a:p>
          <a:p>
            <a:endParaRPr lang="en-ID" sz="1400" dirty="0"/>
          </a:p>
          <a:p>
            <a:r>
              <a:rPr lang="en-ID" sz="1400" dirty="0"/>
              <a:t>tokenizer = </a:t>
            </a:r>
            <a:r>
              <a:rPr lang="en-ID" sz="1400" dirty="0" err="1"/>
              <a:t>BertTokenizer.from_pretrained</a:t>
            </a:r>
            <a:r>
              <a:rPr lang="en-ID" sz="1400" dirty="0"/>
              <a:t>("</a:t>
            </a:r>
            <a:r>
              <a:rPr lang="en-ID" sz="1400" dirty="0" err="1"/>
              <a:t>bert</a:t>
            </a:r>
            <a:r>
              <a:rPr lang="en-ID" sz="1400" dirty="0"/>
              <a:t>-base-uncased")</a:t>
            </a:r>
          </a:p>
          <a:p>
            <a:endParaRPr lang="en-ID" sz="1400" dirty="0"/>
          </a:p>
          <a:p>
            <a:r>
              <a:rPr lang="en-ID" sz="1400" dirty="0"/>
              <a:t>sentences = ["I love </a:t>
            </a:r>
            <a:r>
              <a:rPr lang="en-ID" sz="1400" dirty="0" err="1"/>
              <a:t>nlp</a:t>
            </a:r>
            <a:r>
              <a:rPr lang="en-ID" sz="1400" dirty="0"/>
              <a:t>", "I love you",  "you love me too", "unaffordable and affordable"]</a:t>
            </a:r>
          </a:p>
          <a:p>
            <a:r>
              <a:rPr lang="en-ID" sz="1400" dirty="0"/>
              <a:t>data = [{"text": s} for s in sentences]</a:t>
            </a:r>
          </a:p>
          <a:p>
            <a:endParaRPr lang="en-ID" sz="1400" dirty="0"/>
          </a:p>
          <a:p>
            <a:r>
              <a:rPr lang="en-ID" sz="1400" dirty="0"/>
              <a:t># </a:t>
            </a:r>
            <a:r>
              <a:rPr lang="en-ID" sz="1400" dirty="0" err="1"/>
              <a:t>Konversi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</a:t>
            </a:r>
            <a:r>
              <a:rPr lang="en-ID" sz="1400" dirty="0" err="1"/>
              <a:t>HuggingFace</a:t>
            </a:r>
            <a:r>
              <a:rPr lang="en-ID" sz="1400" dirty="0"/>
              <a:t> Dataset</a:t>
            </a:r>
          </a:p>
          <a:p>
            <a:r>
              <a:rPr lang="en-ID" sz="1400" dirty="0"/>
              <a:t>dataset = </a:t>
            </a:r>
            <a:r>
              <a:rPr lang="en-ID" sz="1400" dirty="0" err="1"/>
              <a:t>Dataset.from_list</a:t>
            </a:r>
            <a:r>
              <a:rPr lang="en-ID" sz="1400" dirty="0"/>
              <a:t>(data)</a:t>
            </a:r>
          </a:p>
          <a:p>
            <a:endParaRPr lang="en-ID" sz="1400" dirty="0"/>
          </a:p>
          <a:p>
            <a:r>
              <a:rPr lang="en-ID" sz="1400" dirty="0"/>
              <a:t>dataset = </a:t>
            </a:r>
            <a:r>
              <a:rPr lang="en-ID" sz="1400" dirty="0" err="1"/>
              <a:t>dataset.map</a:t>
            </a:r>
            <a:r>
              <a:rPr lang="en-ID" sz="1400" dirty="0"/>
              <a:t>(lambda x: tokenizer(sentences, padding=True, truncation=True), batched=True)</a:t>
            </a:r>
          </a:p>
          <a:p>
            <a:r>
              <a:rPr lang="en-ID" sz="1400" dirty="0"/>
              <a:t>encoded = tokenizer(sentences[0], padding=True, truncation=True, </a:t>
            </a:r>
            <a:r>
              <a:rPr lang="en-ID" sz="1400" dirty="0" err="1"/>
              <a:t>return_tensors</a:t>
            </a:r>
            <a:r>
              <a:rPr lang="en-ID" sz="1400" dirty="0"/>
              <a:t>="pt")</a:t>
            </a:r>
          </a:p>
          <a:p>
            <a:endParaRPr lang="en-ID" sz="1400" dirty="0"/>
          </a:p>
          <a:p>
            <a:r>
              <a:rPr lang="en-ID" sz="1400" dirty="0"/>
              <a:t>#  Ambil </a:t>
            </a:r>
            <a:r>
              <a:rPr lang="en-ID" sz="1400" dirty="0" err="1"/>
              <a:t>input_ids</a:t>
            </a:r>
            <a:r>
              <a:rPr lang="en-ID" sz="1400" dirty="0"/>
              <a:t> dan </a:t>
            </a:r>
            <a:r>
              <a:rPr lang="en-ID" sz="1400" dirty="0" err="1"/>
              <a:t>attention_mask</a:t>
            </a:r>
            <a:endParaRPr lang="en-ID" sz="1400" dirty="0"/>
          </a:p>
          <a:p>
            <a:r>
              <a:rPr lang="en-ID" sz="1400" dirty="0" err="1"/>
              <a:t>input_ids</a:t>
            </a:r>
            <a:r>
              <a:rPr lang="en-ID" sz="1400" dirty="0"/>
              <a:t> = encoded["</a:t>
            </a:r>
            <a:r>
              <a:rPr lang="en-ID" sz="1400" dirty="0" err="1"/>
              <a:t>input_ids</a:t>
            </a:r>
            <a:r>
              <a:rPr lang="en-ID" sz="1400" dirty="0"/>
              <a:t>"]</a:t>
            </a:r>
          </a:p>
          <a:p>
            <a:r>
              <a:rPr lang="en-ID" sz="1400" dirty="0" err="1"/>
              <a:t>attention_mask</a:t>
            </a:r>
            <a:r>
              <a:rPr lang="en-ID" sz="1400" dirty="0"/>
              <a:t> = encoded["</a:t>
            </a:r>
            <a:r>
              <a:rPr lang="en-ID" sz="1400" dirty="0" err="1"/>
              <a:t>attention_mask</a:t>
            </a:r>
            <a:r>
              <a:rPr lang="en-ID" sz="1400" dirty="0"/>
              <a:t>"]</a:t>
            </a:r>
          </a:p>
          <a:p>
            <a:endParaRPr lang="en-ID" sz="1400" dirty="0"/>
          </a:p>
          <a:p>
            <a:r>
              <a:rPr lang="en-ID" sz="1400" dirty="0"/>
              <a:t># </a:t>
            </a:r>
            <a:r>
              <a:rPr lang="en-ID" sz="1400" dirty="0" err="1"/>
              <a:t>Tampilkan</a:t>
            </a:r>
            <a:r>
              <a:rPr lang="en-ID" sz="1400" dirty="0"/>
              <a:t> </a:t>
            </a:r>
            <a:r>
              <a:rPr lang="en-ID" sz="1400" dirty="0" err="1"/>
              <a:t>hasil</a:t>
            </a:r>
            <a:endParaRPr lang="en-ID" sz="1400" dirty="0"/>
          </a:p>
          <a:p>
            <a:r>
              <a:rPr lang="en-ID" sz="1400" dirty="0"/>
              <a:t>print("Input IDs:", </a:t>
            </a:r>
            <a:r>
              <a:rPr lang="en-ID" sz="1400" dirty="0" err="1"/>
              <a:t>input_ids</a:t>
            </a:r>
            <a:r>
              <a:rPr lang="en-ID" sz="1400" dirty="0"/>
              <a:t>)</a:t>
            </a:r>
          </a:p>
          <a:p>
            <a:r>
              <a:rPr lang="en-ID" sz="1400" dirty="0"/>
              <a:t>print("Attention Mask:", </a:t>
            </a:r>
            <a:r>
              <a:rPr lang="en-ID" sz="1400" dirty="0" err="1"/>
              <a:t>attention_mask</a:t>
            </a:r>
            <a:r>
              <a:rPr lang="en-ID" sz="1400" dirty="0"/>
              <a:t>)</a:t>
            </a:r>
          </a:p>
          <a:p>
            <a:r>
              <a:rPr lang="en-ID" sz="1400" dirty="0"/>
              <a:t>print (dataset["</a:t>
            </a:r>
            <a:r>
              <a:rPr lang="en-ID" sz="1400" dirty="0" err="1"/>
              <a:t>input_ids</a:t>
            </a:r>
            <a:r>
              <a:rPr lang="en-ID" sz="1400" dirty="0"/>
              <a:t>"][0])</a:t>
            </a:r>
          </a:p>
          <a:p>
            <a:r>
              <a:rPr lang="en-ID" sz="1400" dirty="0"/>
              <a:t>print (dataset["</a:t>
            </a:r>
            <a:r>
              <a:rPr lang="en-ID" sz="1400" dirty="0" err="1"/>
              <a:t>attention_mask</a:t>
            </a:r>
            <a:r>
              <a:rPr lang="en-ID" sz="1400" dirty="0"/>
              <a:t>"][0])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D38CB6-4839-E85B-E983-727128A2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57" y="5761107"/>
            <a:ext cx="7592485" cy="981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DBBCC5-B22E-4186-13AD-BD4D28A7AC40}"/>
              </a:ext>
            </a:extLst>
          </p:cNvPr>
          <p:cNvSpPr txBox="1"/>
          <p:nvPr/>
        </p:nvSpPr>
        <p:spPr>
          <a:xfrm>
            <a:off x="924339" y="2425148"/>
            <a:ext cx="3607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/>
              <a:t>Transformers version: 4.45.2</a:t>
            </a:r>
          </a:p>
          <a:p>
            <a:r>
              <a:rPr lang="en-ID"/>
              <a:t>Datasets version: 2.18.0</a:t>
            </a:r>
          </a:p>
        </p:txBody>
      </p:sp>
    </p:spTree>
    <p:extLst>
      <p:ext uri="{BB962C8B-B14F-4D97-AF65-F5344CB8AC3E}">
        <p14:creationId xmlns:p14="http://schemas.microsoft.com/office/powerpoint/2010/main" val="94951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96949-4835-1E25-A19F-3A8BDD879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vs BERT Tokenizer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CB8505-7160-C245-A772-CE7BCD48C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75" y="1834763"/>
            <a:ext cx="7708404" cy="411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88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64531-85F5-C538-83D1-779BC4EF5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Subword</a:t>
            </a:r>
            <a:r>
              <a:rPr lang="en-ID" dirty="0"/>
              <a:t> Tokenization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BCD8D-9F30-28C1-C15B-FD5F81212A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91200" cy="4351338"/>
          </a:xfrm>
        </p:spPr>
        <p:txBody>
          <a:bodyPr/>
          <a:lstStyle/>
          <a:p>
            <a:r>
              <a:rPr lang="en-US" dirty="0"/>
              <a:t>Breaking words into units smaller than full words (</a:t>
            </a:r>
            <a:r>
              <a:rPr lang="en-US" dirty="0" err="1"/>
              <a:t>subwords</a:t>
            </a:r>
            <a:r>
              <a:rPr lang="en-US" dirty="0"/>
              <a:t>), but larger than characters. </a:t>
            </a:r>
          </a:p>
          <a:p>
            <a:r>
              <a:rPr lang="en-US" dirty="0"/>
              <a:t>Provides an efficient solution to the </a:t>
            </a:r>
            <a:r>
              <a:rPr lang="en-US" b="1" dirty="0"/>
              <a:t>Out-Of-Vocabulary</a:t>
            </a:r>
            <a:r>
              <a:rPr lang="en-US" dirty="0"/>
              <a:t> (OOV) word problem.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21BAA-A14F-64EE-9EF8-80FAECA82E86}"/>
              </a:ext>
            </a:extLst>
          </p:cNvPr>
          <p:cNvSpPr txBox="1"/>
          <p:nvPr/>
        </p:nvSpPr>
        <p:spPr>
          <a:xfrm>
            <a:off x="1011206" y="4461550"/>
            <a:ext cx="46912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words like </a:t>
            </a:r>
            <a:r>
              <a:rPr lang="en-US" b="1" dirty="0"/>
              <a:t>unaffordable</a:t>
            </a:r>
            <a:r>
              <a:rPr lang="en-US" dirty="0"/>
              <a:t> that </a:t>
            </a:r>
            <a:r>
              <a:rPr lang="en-US" b="1" i="1" dirty="0"/>
              <a:t>may</a:t>
            </a:r>
            <a:r>
              <a:rPr lang="en-US" dirty="0"/>
              <a:t> </a:t>
            </a:r>
            <a:r>
              <a:rPr lang="en-US" b="1" i="1" dirty="0"/>
              <a:t>not</a:t>
            </a:r>
            <a:r>
              <a:rPr lang="en-US" dirty="0"/>
              <a:t> be </a:t>
            </a:r>
            <a:r>
              <a:rPr lang="en-US" b="1" i="1" dirty="0"/>
              <a:t>in</a:t>
            </a:r>
            <a:r>
              <a:rPr lang="en-US" dirty="0"/>
              <a:t> the model vocabulary will be broken down into: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 → common prefix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##affordable → base word with prefix “##” indicating that this token continues from the previous token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481D77-CAFA-F252-9CC1-00529833D54E}"/>
              </a:ext>
            </a:extLst>
          </p:cNvPr>
          <p:cNvSpPr txBox="1"/>
          <p:nvPr/>
        </p:nvSpPr>
        <p:spPr>
          <a:xfrm>
            <a:off x="6629400" y="365125"/>
            <a:ext cx="5039139" cy="33239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1400" dirty="0"/>
              <a:t>from transformers import </a:t>
            </a:r>
            <a:r>
              <a:rPr lang="en-ID" sz="1400" dirty="0" err="1"/>
              <a:t>BertTokenizer</a:t>
            </a:r>
            <a:endParaRPr lang="en-ID" sz="1400" dirty="0"/>
          </a:p>
          <a:p>
            <a:endParaRPr lang="en-ID" sz="1400" dirty="0"/>
          </a:p>
          <a:p>
            <a:r>
              <a:rPr lang="en-ID" sz="1400" dirty="0"/>
              <a:t>tokenizer = </a:t>
            </a:r>
            <a:r>
              <a:rPr lang="en-ID" sz="1400" dirty="0" err="1"/>
              <a:t>BertTokenizer.from_pretrained</a:t>
            </a:r>
            <a:r>
              <a:rPr lang="en-ID" sz="1400" dirty="0"/>
              <a:t>("</a:t>
            </a:r>
            <a:r>
              <a:rPr lang="en-ID" sz="1400" dirty="0" err="1"/>
              <a:t>bert</a:t>
            </a:r>
            <a:r>
              <a:rPr lang="en-ID" sz="1400" dirty="0"/>
              <a:t>-base-uncased")</a:t>
            </a:r>
          </a:p>
          <a:p>
            <a:endParaRPr lang="en-ID" sz="1400" dirty="0"/>
          </a:p>
          <a:p>
            <a:r>
              <a:rPr lang="en-ID" sz="1400" dirty="0"/>
              <a:t>sentences = ["I love you", "you love me too", "unaffordable and affordable"]</a:t>
            </a:r>
          </a:p>
          <a:p>
            <a:endParaRPr lang="en-ID" sz="1400" dirty="0"/>
          </a:p>
          <a:p>
            <a:r>
              <a:rPr lang="en-ID" sz="1400" dirty="0"/>
              <a:t>for sentence in sentences:</a:t>
            </a:r>
          </a:p>
          <a:p>
            <a:r>
              <a:rPr lang="en-ID" sz="1400" dirty="0"/>
              <a:t>	# </a:t>
            </a:r>
            <a:r>
              <a:rPr lang="en-ID" sz="1400" dirty="0" err="1"/>
              <a:t>Tokenisasi</a:t>
            </a:r>
            <a:r>
              <a:rPr lang="en-ID" sz="1400" dirty="0"/>
              <a:t> dan </a:t>
            </a:r>
            <a:r>
              <a:rPr lang="en-ID" sz="1400" dirty="0" err="1"/>
              <a:t>konversi</a:t>
            </a:r>
            <a:r>
              <a:rPr lang="en-ID" sz="1400" dirty="0"/>
              <a:t> </a:t>
            </a:r>
            <a:r>
              <a:rPr lang="en-ID" sz="1400" dirty="0" err="1"/>
              <a:t>ke</a:t>
            </a:r>
            <a:r>
              <a:rPr lang="en-ID" sz="1400" dirty="0"/>
              <a:t> ID</a:t>
            </a:r>
          </a:p>
          <a:p>
            <a:r>
              <a:rPr lang="en-ID" sz="1400" dirty="0"/>
              <a:t>	tokens = </a:t>
            </a:r>
            <a:r>
              <a:rPr lang="en-ID" sz="1400" dirty="0" err="1"/>
              <a:t>tokenizer.tokenize</a:t>
            </a:r>
            <a:r>
              <a:rPr lang="en-ID" sz="1400" dirty="0"/>
              <a:t>(sentence)</a:t>
            </a:r>
          </a:p>
          <a:p>
            <a:r>
              <a:rPr lang="en-ID" sz="1400" dirty="0"/>
              <a:t>	</a:t>
            </a:r>
            <a:r>
              <a:rPr lang="en-ID" sz="1400" dirty="0" err="1"/>
              <a:t>token_ids</a:t>
            </a:r>
            <a:r>
              <a:rPr lang="en-ID" sz="1400" dirty="0"/>
              <a:t> = </a:t>
            </a:r>
            <a:r>
              <a:rPr lang="en-ID" sz="1400" dirty="0" err="1"/>
              <a:t>tokenizer.convert_tokens_to_ids</a:t>
            </a:r>
            <a:r>
              <a:rPr lang="en-ID" sz="1400" dirty="0"/>
              <a:t>(tokens)</a:t>
            </a:r>
          </a:p>
          <a:p>
            <a:endParaRPr lang="en-ID" sz="1400" dirty="0"/>
          </a:p>
          <a:p>
            <a:r>
              <a:rPr lang="en-ID" sz="1400" dirty="0"/>
              <a:t>	print("Tokens:", tokens)</a:t>
            </a:r>
          </a:p>
          <a:p>
            <a:r>
              <a:rPr lang="en-ID" sz="1400" dirty="0"/>
              <a:t>	print("Token IDs:", </a:t>
            </a:r>
            <a:r>
              <a:rPr lang="en-ID" sz="1400" dirty="0" err="1"/>
              <a:t>token_ids</a:t>
            </a:r>
            <a:r>
              <a:rPr lang="en-ID" sz="1400" dirty="0"/>
              <a:t>)</a:t>
            </a:r>
          </a:p>
          <a:p>
            <a:r>
              <a:rPr lang="en-ID" sz="1400" dirty="0"/>
              <a:t>	print ()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307DA5-280A-B8DA-ED1D-E546D4FAF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09" y="4214331"/>
            <a:ext cx="6076533" cy="171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297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29DA-C1AF-7CC3-A11F-56376E7FB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Training Arguments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BE4D42-7F48-24CB-A9F6-13EC7F29D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66" y="1457241"/>
            <a:ext cx="6510773" cy="4218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064754-FEBA-50F2-ADA4-C8D8A6D18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4652" y="3842258"/>
            <a:ext cx="3949148" cy="28238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4E70F8-F79D-FC34-1653-22F73C979DC5}"/>
              </a:ext>
            </a:extLst>
          </p:cNvPr>
          <p:cNvSpPr txBox="1"/>
          <p:nvPr/>
        </p:nvSpPr>
        <p:spPr>
          <a:xfrm>
            <a:off x="7335078" y="265734"/>
            <a:ext cx="4225456" cy="34163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dirty="0" err="1"/>
              <a:t>training_args</a:t>
            </a:r>
            <a:r>
              <a:rPr lang="en-ID" dirty="0"/>
              <a:t> = </a:t>
            </a:r>
            <a:r>
              <a:rPr lang="en-ID" dirty="0" err="1"/>
              <a:t>TrainingArguments</a:t>
            </a:r>
            <a:r>
              <a:rPr lang="en-ID" dirty="0"/>
              <a:t>(</a:t>
            </a:r>
          </a:p>
          <a:p>
            <a:r>
              <a:rPr lang="en-ID" dirty="0"/>
              <a:t>        </a:t>
            </a:r>
            <a:r>
              <a:rPr lang="en-ID" dirty="0" err="1"/>
              <a:t>output_dir</a:t>
            </a:r>
            <a:r>
              <a:rPr lang="en-ID" dirty="0"/>
              <a:t>= </a:t>
            </a:r>
            <a:r>
              <a:rPr lang="en-ID" dirty="0" err="1"/>
              <a:t>nmModel</a:t>
            </a:r>
            <a:r>
              <a:rPr lang="en-ID" dirty="0"/>
              <a:t>,</a:t>
            </a:r>
          </a:p>
          <a:p>
            <a:r>
              <a:rPr lang="en-ID" dirty="0"/>
              <a:t>        </a:t>
            </a:r>
            <a:r>
              <a:rPr lang="en-ID" dirty="0" err="1"/>
              <a:t>num_train_epochs</a:t>
            </a:r>
            <a:r>
              <a:rPr lang="en-ID" dirty="0"/>
              <a:t>=10,</a:t>
            </a:r>
          </a:p>
          <a:p>
            <a:r>
              <a:rPr lang="en-ID" dirty="0"/>
              <a:t>        </a:t>
            </a:r>
            <a:r>
              <a:rPr lang="en-ID" dirty="0" err="1"/>
              <a:t>per_device_train_batch_size</a:t>
            </a:r>
            <a:r>
              <a:rPr lang="en-ID" dirty="0"/>
              <a:t>=4,</a:t>
            </a:r>
          </a:p>
          <a:p>
            <a:r>
              <a:rPr lang="en-ID" dirty="0"/>
              <a:t>        </a:t>
            </a:r>
            <a:r>
              <a:rPr lang="en-ID" dirty="0" err="1"/>
              <a:t>logging_dir</a:t>
            </a:r>
            <a:r>
              <a:rPr lang="en-ID" dirty="0"/>
              <a:t>="./logs",</a:t>
            </a:r>
          </a:p>
          <a:p>
            <a:r>
              <a:rPr lang="en-ID" dirty="0"/>
              <a:t>        </a:t>
            </a:r>
            <a:r>
              <a:rPr lang="en-ID" dirty="0" err="1"/>
              <a:t>logging_steps</a:t>
            </a:r>
            <a:r>
              <a:rPr lang="en-ID" dirty="0"/>
              <a:t>=10,</a:t>
            </a:r>
          </a:p>
          <a:p>
            <a:r>
              <a:rPr lang="en-ID" dirty="0"/>
              <a:t>        </a:t>
            </a:r>
            <a:r>
              <a:rPr lang="en-ID" dirty="0" err="1"/>
              <a:t>save_strategy</a:t>
            </a:r>
            <a:r>
              <a:rPr lang="en-ID" dirty="0"/>
              <a:t>="no",</a:t>
            </a:r>
          </a:p>
          <a:p>
            <a:r>
              <a:rPr lang="en-ID" dirty="0"/>
              <a:t>        </a:t>
            </a:r>
            <a:r>
              <a:rPr lang="en-ID" dirty="0" err="1"/>
              <a:t>report_to</a:t>
            </a:r>
            <a:r>
              <a:rPr lang="en-ID" dirty="0"/>
              <a:t>="none",</a:t>
            </a:r>
          </a:p>
          <a:p>
            <a:r>
              <a:rPr lang="en-ID" dirty="0"/>
              <a:t>        </a:t>
            </a:r>
            <a:r>
              <a:rPr lang="en-ID" dirty="0" err="1"/>
              <a:t>load_best_model_at_end</a:t>
            </a:r>
            <a:r>
              <a:rPr lang="en-ID" dirty="0"/>
              <a:t>=True,</a:t>
            </a:r>
          </a:p>
          <a:p>
            <a:r>
              <a:rPr lang="en-ID" dirty="0"/>
              <a:t>        </a:t>
            </a:r>
            <a:r>
              <a:rPr lang="en-ID" dirty="0" err="1"/>
              <a:t>metric_for_best_model</a:t>
            </a:r>
            <a:r>
              <a:rPr lang="en-ID" dirty="0"/>
              <a:t>="</a:t>
            </a:r>
            <a:r>
              <a:rPr lang="en-ID" dirty="0" err="1"/>
              <a:t>eval_loss</a:t>
            </a:r>
            <a:r>
              <a:rPr lang="en-ID" dirty="0"/>
              <a:t>",</a:t>
            </a:r>
          </a:p>
          <a:p>
            <a:r>
              <a:rPr lang="en-ID" dirty="0"/>
              <a:t>        </a:t>
            </a:r>
            <a:r>
              <a:rPr lang="en-ID" dirty="0" err="1"/>
              <a:t>greater_is_better</a:t>
            </a:r>
            <a:r>
              <a:rPr lang="en-ID" dirty="0"/>
              <a:t>=False   </a:t>
            </a:r>
          </a:p>
          <a:p>
            <a:r>
              <a:rPr lang="en-ID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2580269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3CC62-AAD4-1A7C-DF2A-3029C426C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Trainer Initialization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8A1612-8E9B-0C4F-DF9F-6743DA967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4" y="1563092"/>
            <a:ext cx="5846262" cy="35059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BD7756-7018-F322-99C0-5B508FF024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791" y="3811325"/>
            <a:ext cx="4930140" cy="2773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929B34-3D68-8F5A-86B6-3A998FA71B33}"/>
              </a:ext>
            </a:extLst>
          </p:cNvPr>
          <p:cNvSpPr txBox="1"/>
          <p:nvPr/>
        </p:nvSpPr>
        <p:spPr>
          <a:xfrm>
            <a:off x="6788426" y="556591"/>
            <a:ext cx="493014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2400" dirty="0"/>
              <a:t> trainer = Trainer(</a:t>
            </a:r>
          </a:p>
          <a:p>
            <a:r>
              <a:rPr lang="en-ID" sz="2400" dirty="0"/>
              <a:t>        model=model,</a:t>
            </a:r>
          </a:p>
          <a:p>
            <a:r>
              <a:rPr lang="en-ID" sz="2400" dirty="0"/>
              <a:t>        </a:t>
            </a:r>
            <a:r>
              <a:rPr lang="en-ID" sz="2400" dirty="0" err="1"/>
              <a:t>args</a:t>
            </a:r>
            <a:r>
              <a:rPr lang="en-ID" sz="2400" dirty="0"/>
              <a:t>=</a:t>
            </a:r>
            <a:r>
              <a:rPr lang="en-ID" sz="2400" dirty="0" err="1"/>
              <a:t>training_args</a:t>
            </a:r>
            <a:r>
              <a:rPr lang="en-ID" sz="2400" dirty="0"/>
              <a:t>,</a:t>
            </a:r>
          </a:p>
          <a:p>
            <a:r>
              <a:rPr lang="en-ID" sz="2400" dirty="0"/>
              <a:t>        </a:t>
            </a:r>
            <a:r>
              <a:rPr lang="en-ID" sz="2400" dirty="0" err="1"/>
              <a:t>train_dataset</a:t>
            </a:r>
            <a:r>
              <a:rPr lang="en-ID" sz="2400" dirty="0"/>
              <a:t>=dataset["train"],</a:t>
            </a:r>
          </a:p>
          <a:p>
            <a:r>
              <a:rPr lang="en-ID" sz="2400" dirty="0"/>
              <a:t>        </a:t>
            </a:r>
            <a:r>
              <a:rPr lang="en-ID" sz="2400" dirty="0" err="1"/>
              <a:t>eval_dataset</a:t>
            </a:r>
            <a:r>
              <a:rPr lang="en-ID" sz="2400" dirty="0"/>
              <a:t>=dataset["test"],</a:t>
            </a:r>
          </a:p>
          <a:p>
            <a:r>
              <a:rPr lang="en-ID" sz="2400" dirty="0"/>
              <a:t>        tokenizer=tokenizer</a:t>
            </a:r>
          </a:p>
          <a:p>
            <a:r>
              <a:rPr lang="en-ID" sz="2400" dirty="0"/>
              <a:t>    )</a:t>
            </a:r>
          </a:p>
        </p:txBody>
      </p:sp>
    </p:spTree>
    <p:extLst>
      <p:ext uri="{BB962C8B-B14F-4D97-AF65-F5344CB8AC3E}">
        <p14:creationId xmlns:p14="http://schemas.microsoft.com/office/powerpoint/2010/main" val="139667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35CD-87AF-A130-FA43-A56E8B952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the Intent Model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864A7-0463-51A1-F47D-4D32005DE327}"/>
              </a:ext>
            </a:extLst>
          </p:cNvPr>
          <p:cNvSpPr txBox="1"/>
          <p:nvPr/>
        </p:nvSpPr>
        <p:spPr>
          <a:xfrm>
            <a:off x="8398565" y="829786"/>
            <a:ext cx="2683565" cy="566308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200" dirty="0"/>
              <a:t>from datasets import </a:t>
            </a:r>
            <a:r>
              <a:rPr lang="en-ID" sz="200" dirty="0" err="1"/>
              <a:t>load_dataset</a:t>
            </a:r>
            <a:endParaRPr lang="en-ID" sz="200" dirty="0"/>
          </a:p>
          <a:p>
            <a:r>
              <a:rPr lang="en-ID" sz="200" dirty="0"/>
              <a:t>import evaluate</a:t>
            </a:r>
          </a:p>
          <a:p>
            <a:r>
              <a:rPr lang="en-ID" sz="200" dirty="0"/>
              <a:t>import </a:t>
            </a:r>
            <a:r>
              <a:rPr lang="en-ID" sz="200" dirty="0" err="1"/>
              <a:t>numpy</a:t>
            </a:r>
            <a:r>
              <a:rPr lang="en-ID" sz="200" dirty="0"/>
              <a:t> as np</a:t>
            </a:r>
          </a:p>
          <a:p>
            <a:r>
              <a:rPr lang="en-ID" sz="200" dirty="0"/>
              <a:t>import torch</a:t>
            </a:r>
          </a:p>
          <a:p>
            <a:endParaRPr lang="en-ID" sz="200" dirty="0"/>
          </a:p>
          <a:p>
            <a:r>
              <a:rPr lang="en-ID" sz="200" dirty="0"/>
              <a:t>#-------------------------------------</a:t>
            </a:r>
          </a:p>
          <a:p>
            <a:r>
              <a:rPr lang="en-ID" sz="200" dirty="0"/>
              <a:t>from datasets import Dataset, </a:t>
            </a:r>
            <a:r>
              <a:rPr lang="en-ID" sz="200" dirty="0" err="1"/>
              <a:t>DatasetDict</a:t>
            </a:r>
            <a:endParaRPr lang="en-ID" sz="200" dirty="0"/>
          </a:p>
          <a:p>
            <a:r>
              <a:rPr lang="en-ID" sz="200" dirty="0"/>
              <a:t>from </a:t>
            </a:r>
            <a:r>
              <a:rPr lang="en-ID" sz="200" dirty="0" err="1"/>
              <a:t>sklearn.preprocessing</a:t>
            </a:r>
            <a:r>
              <a:rPr lang="en-ID" sz="200" dirty="0"/>
              <a:t> import </a:t>
            </a:r>
            <a:r>
              <a:rPr lang="en-ID" sz="200" dirty="0" err="1"/>
              <a:t>LabelEncoder</a:t>
            </a:r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from transformers import (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DistilBertTokenizerFast</a:t>
            </a:r>
            <a:r>
              <a:rPr lang="en-ID" sz="200" dirty="0"/>
              <a:t>,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DistilBertForSequenceClassification</a:t>
            </a:r>
            <a:r>
              <a:rPr lang="en-ID" sz="200" dirty="0"/>
              <a:t>,</a:t>
            </a:r>
          </a:p>
          <a:p>
            <a:r>
              <a:rPr lang="en-ID" sz="200" dirty="0"/>
              <a:t>    Trainer,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TrainingArguments</a:t>
            </a:r>
            <a:endParaRPr lang="en-ID" sz="200" dirty="0"/>
          </a:p>
          <a:p>
            <a:r>
              <a:rPr lang="en-ID" sz="200" dirty="0"/>
              <a:t>)</a:t>
            </a:r>
          </a:p>
          <a:p>
            <a:endParaRPr lang="en-ID" sz="200" dirty="0"/>
          </a:p>
          <a:p>
            <a:r>
              <a:rPr lang="en-ID" sz="200" dirty="0" err="1"/>
              <a:t>ditraining</a:t>
            </a:r>
            <a:r>
              <a:rPr lang="en-ID" sz="200" dirty="0"/>
              <a:t> = 1 # 1 - retrain the model, 0 - use the pretrained model </a:t>
            </a:r>
          </a:p>
          <a:p>
            <a:endParaRPr lang="en-ID" sz="200" dirty="0"/>
          </a:p>
          <a:p>
            <a:r>
              <a:rPr lang="en-ID" sz="200" dirty="0"/>
              <a:t>dataset = </a:t>
            </a:r>
            <a:r>
              <a:rPr lang="en-ID" sz="200" dirty="0" err="1"/>
              <a:t>load_dataset</a:t>
            </a:r>
            <a:r>
              <a:rPr lang="en-ID" sz="200" dirty="0"/>
              <a:t>("</a:t>
            </a:r>
            <a:r>
              <a:rPr lang="en-ID" sz="200" dirty="0" err="1"/>
              <a:t>clinc_oos</a:t>
            </a:r>
            <a:r>
              <a:rPr lang="en-ID" sz="200" dirty="0"/>
              <a:t>", "small")</a:t>
            </a:r>
          </a:p>
          <a:p>
            <a:r>
              <a:rPr lang="en-ID" sz="200" dirty="0"/>
              <a:t>    </a:t>
            </a:r>
          </a:p>
          <a:p>
            <a:r>
              <a:rPr lang="en-ID" sz="200" dirty="0"/>
              <a:t>print (dataset)</a:t>
            </a:r>
          </a:p>
          <a:p>
            <a:r>
              <a:rPr lang="en-ID" sz="200" dirty="0"/>
              <a:t>    </a:t>
            </a:r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# </a:t>
            </a:r>
            <a:r>
              <a:rPr lang="en-ID" sz="200" dirty="0" err="1"/>
              <a:t>menyusun</a:t>
            </a:r>
            <a:r>
              <a:rPr lang="en-ID" sz="200" dirty="0"/>
              <a:t> </a:t>
            </a:r>
            <a:r>
              <a:rPr lang="en-ID" sz="200" dirty="0" err="1"/>
              <a:t>ulang</a:t>
            </a:r>
            <a:r>
              <a:rPr lang="en-ID" sz="200" dirty="0"/>
              <a:t> dataset yang </a:t>
            </a:r>
            <a:r>
              <a:rPr lang="en-ID" sz="200" dirty="0" err="1"/>
              <a:t>akan</a:t>
            </a:r>
            <a:r>
              <a:rPr lang="en-ID" sz="200" dirty="0"/>
              <a:t> </a:t>
            </a:r>
            <a:r>
              <a:rPr lang="en-ID" sz="200" dirty="0" err="1"/>
              <a:t>digunakan</a:t>
            </a:r>
            <a:endParaRPr lang="en-ID" sz="200" dirty="0"/>
          </a:p>
          <a:p>
            <a:r>
              <a:rPr lang="en-ID" sz="200" dirty="0"/>
              <a:t># data training </a:t>
            </a:r>
          </a:p>
          <a:p>
            <a:endParaRPr lang="en-ID" sz="200" dirty="0"/>
          </a:p>
          <a:p>
            <a:r>
              <a:rPr lang="en-ID" sz="200" dirty="0" err="1"/>
              <a:t>text_list</a:t>
            </a:r>
            <a:r>
              <a:rPr lang="en-ID" sz="200" dirty="0"/>
              <a:t> = dataset["train"]["text"]</a:t>
            </a:r>
          </a:p>
          <a:p>
            <a:r>
              <a:rPr lang="en-ID" sz="200" dirty="0" err="1"/>
              <a:t>label_list</a:t>
            </a:r>
            <a:r>
              <a:rPr lang="en-ID" sz="200" dirty="0"/>
              <a:t> = dataset["train"]["intent"]</a:t>
            </a:r>
          </a:p>
          <a:p>
            <a:endParaRPr lang="en-ID" sz="200" dirty="0"/>
          </a:p>
          <a:p>
            <a:r>
              <a:rPr lang="en-ID" sz="200" dirty="0" err="1"/>
              <a:t>num_labels</a:t>
            </a:r>
            <a:r>
              <a:rPr lang="en-ID" sz="200" dirty="0"/>
              <a:t> = </a:t>
            </a:r>
            <a:r>
              <a:rPr lang="en-ID" sz="200" dirty="0" err="1"/>
              <a:t>len</a:t>
            </a:r>
            <a:r>
              <a:rPr lang="en-ID" sz="200" dirty="0"/>
              <a:t>(</a:t>
            </a:r>
            <a:r>
              <a:rPr lang="en-ID" sz="200" dirty="0" err="1"/>
              <a:t>np.unique</a:t>
            </a:r>
            <a:r>
              <a:rPr lang="en-ID" sz="200" dirty="0"/>
              <a:t>(</a:t>
            </a:r>
            <a:r>
              <a:rPr lang="en-ID" sz="200" dirty="0" err="1"/>
              <a:t>label_list</a:t>
            </a:r>
            <a:r>
              <a:rPr lang="en-ID" sz="200" dirty="0"/>
              <a:t>))</a:t>
            </a:r>
          </a:p>
          <a:p>
            <a:r>
              <a:rPr lang="en-ID" sz="200" dirty="0"/>
              <a:t>data = {</a:t>
            </a:r>
          </a:p>
          <a:p>
            <a:r>
              <a:rPr lang="en-ID" sz="200" dirty="0"/>
              <a:t>        "text": </a:t>
            </a:r>
            <a:r>
              <a:rPr lang="en-ID" sz="200" dirty="0" err="1"/>
              <a:t>text_list</a:t>
            </a:r>
            <a:r>
              <a:rPr lang="en-ID" sz="200" dirty="0"/>
              <a:t>,</a:t>
            </a:r>
          </a:p>
          <a:p>
            <a:r>
              <a:rPr lang="en-ID" sz="200" dirty="0"/>
              <a:t>        "label": </a:t>
            </a:r>
            <a:r>
              <a:rPr lang="en-ID" sz="200" dirty="0" err="1"/>
              <a:t>label_list</a:t>
            </a:r>
            <a:endParaRPr lang="en-ID" sz="200" dirty="0"/>
          </a:p>
          <a:p>
            <a:r>
              <a:rPr lang="en-ID" sz="200" dirty="0"/>
              <a:t>    }</a:t>
            </a:r>
          </a:p>
          <a:p>
            <a:endParaRPr lang="en-ID" sz="200" dirty="0"/>
          </a:p>
          <a:p>
            <a:r>
              <a:rPr lang="en-ID" sz="200" dirty="0"/>
              <a:t>le = </a:t>
            </a:r>
            <a:r>
              <a:rPr lang="en-ID" sz="200" dirty="0" err="1"/>
              <a:t>LabelEncoder</a:t>
            </a:r>
            <a:r>
              <a:rPr lang="en-ID" sz="200" dirty="0"/>
              <a:t>()</a:t>
            </a:r>
          </a:p>
          <a:p>
            <a:r>
              <a:rPr lang="en-ID" sz="200" dirty="0"/>
              <a:t>data["</a:t>
            </a:r>
            <a:r>
              <a:rPr lang="en-ID" sz="200" dirty="0" err="1"/>
              <a:t>label_enc</a:t>
            </a:r>
            <a:r>
              <a:rPr lang="en-ID" sz="200" dirty="0"/>
              <a:t>"] = </a:t>
            </a:r>
            <a:r>
              <a:rPr lang="en-ID" sz="200" dirty="0" err="1"/>
              <a:t>le.fit_transform</a:t>
            </a:r>
            <a:r>
              <a:rPr lang="en-ID" sz="200" dirty="0"/>
              <a:t>(</a:t>
            </a:r>
            <a:r>
              <a:rPr lang="en-ID" sz="200" dirty="0" err="1"/>
              <a:t>label_list</a:t>
            </a:r>
            <a:r>
              <a:rPr lang="en-ID" sz="200" dirty="0"/>
              <a:t> )</a:t>
            </a:r>
          </a:p>
          <a:p>
            <a:endParaRPr lang="en-ID" sz="200" dirty="0"/>
          </a:p>
          <a:p>
            <a:r>
              <a:rPr lang="en-ID" sz="200" dirty="0" err="1"/>
              <a:t>train_dataset</a:t>
            </a:r>
            <a:r>
              <a:rPr lang="en-ID" sz="200" dirty="0"/>
              <a:t> = </a:t>
            </a:r>
            <a:r>
              <a:rPr lang="en-ID" sz="200" dirty="0" err="1"/>
              <a:t>Dataset.from_dict</a:t>
            </a:r>
            <a:r>
              <a:rPr lang="en-ID" sz="200" dirty="0"/>
              <a:t>({</a:t>
            </a:r>
          </a:p>
          <a:p>
            <a:r>
              <a:rPr lang="en-ID" sz="200" dirty="0"/>
              <a:t>        "text": data["text"],</a:t>
            </a:r>
          </a:p>
          <a:p>
            <a:r>
              <a:rPr lang="en-ID" sz="200" dirty="0"/>
              <a:t>        "label": data["</a:t>
            </a:r>
            <a:r>
              <a:rPr lang="en-ID" sz="200" dirty="0" err="1"/>
              <a:t>label_enc</a:t>
            </a:r>
            <a:r>
              <a:rPr lang="en-ID" sz="200" dirty="0"/>
              <a:t>"]</a:t>
            </a:r>
          </a:p>
          <a:p>
            <a:r>
              <a:rPr lang="en-ID" sz="200" dirty="0"/>
              <a:t>    })</a:t>
            </a:r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# data testing </a:t>
            </a:r>
          </a:p>
          <a:p>
            <a:r>
              <a:rPr lang="en-ID" sz="200" dirty="0" err="1"/>
              <a:t>text_list</a:t>
            </a:r>
            <a:r>
              <a:rPr lang="en-ID" sz="200" dirty="0"/>
              <a:t> = dataset["test"]["text"]</a:t>
            </a:r>
          </a:p>
          <a:p>
            <a:r>
              <a:rPr lang="en-ID" sz="200" dirty="0" err="1"/>
              <a:t>label_list</a:t>
            </a:r>
            <a:r>
              <a:rPr lang="en-ID" sz="200" dirty="0"/>
              <a:t> = dataset["test"]["intent"]</a:t>
            </a:r>
          </a:p>
          <a:p>
            <a:endParaRPr lang="en-ID" sz="200" dirty="0"/>
          </a:p>
          <a:p>
            <a:r>
              <a:rPr lang="en-ID" sz="200" dirty="0"/>
              <a:t>data = {</a:t>
            </a:r>
          </a:p>
          <a:p>
            <a:r>
              <a:rPr lang="en-ID" sz="200" dirty="0"/>
              <a:t>        "text": </a:t>
            </a:r>
            <a:r>
              <a:rPr lang="en-ID" sz="200" dirty="0" err="1"/>
              <a:t>text_list</a:t>
            </a:r>
            <a:r>
              <a:rPr lang="en-ID" sz="200" dirty="0"/>
              <a:t>,</a:t>
            </a:r>
          </a:p>
          <a:p>
            <a:r>
              <a:rPr lang="en-ID" sz="200" dirty="0"/>
              <a:t>        "label": </a:t>
            </a:r>
            <a:r>
              <a:rPr lang="en-ID" sz="200" dirty="0" err="1"/>
              <a:t>label_list</a:t>
            </a:r>
            <a:endParaRPr lang="en-ID" sz="200" dirty="0"/>
          </a:p>
          <a:p>
            <a:r>
              <a:rPr lang="en-ID" sz="200" dirty="0"/>
              <a:t>    }</a:t>
            </a:r>
          </a:p>
          <a:p>
            <a:endParaRPr lang="en-ID" sz="200" dirty="0"/>
          </a:p>
          <a:p>
            <a:r>
              <a:rPr lang="en-ID" sz="200" dirty="0"/>
              <a:t>le = </a:t>
            </a:r>
            <a:r>
              <a:rPr lang="en-ID" sz="200" dirty="0" err="1"/>
              <a:t>LabelEncoder</a:t>
            </a:r>
            <a:r>
              <a:rPr lang="en-ID" sz="200" dirty="0"/>
              <a:t>()</a:t>
            </a:r>
          </a:p>
          <a:p>
            <a:r>
              <a:rPr lang="en-ID" sz="200" dirty="0"/>
              <a:t>data["</a:t>
            </a:r>
            <a:r>
              <a:rPr lang="en-ID" sz="200" dirty="0" err="1"/>
              <a:t>label_enc</a:t>
            </a:r>
            <a:r>
              <a:rPr lang="en-ID" sz="200" dirty="0"/>
              <a:t>"] = </a:t>
            </a:r>
            <a:r>
              <a:rPr lang="en-ID" sz="200" dirty="0" err="1"/>
              <a:t>le.fit_transform</a:t>
            </a:r>
            <a:r>
              <a:rPr lang="en-ID" sz="200" dirty="0"/>
              <a:t>(</a:t>
            </a:r>
            <a:r>
              <a:rPr lang="en-ID" sz="200" dirty="0" err="1"/>
              <a:t>label_list</a:t>
            </a:r>
            <a:r>
              <a:rPr lang="en-ID" sz="200" dirty="0"/>
              <a:t> )</a:t>
            </a:r>
          </a:p>
          <a:p>
            <a:endParaRPr lang="en-ID" sz="200" dirty="0"/>
          </a:p>
          <a:p>
            <a:r>
              <a:rPr lang="en-ID" sz="200" dirty="0" err="1"/>
              <a:t>test_dataset</a:t>
            </a:r>
            <a:r>
              <a:rPr lang="en-ID" sz="200" dirty="0"/>
              <a:t> = </a:t>
            </a:r>
            <a:r>
              <a:rPr lang="en-ID" sz="200" dirty="0" err="1"/>
              <a:t>Dataset.from_dict</a:t>
            </a:r>
            <a:r>
              <a:rPr lang="en-ID" sz="200" dirty="0"/>
              <a:t>({</a:t>
            </a:r>
          </a:p>
          <a:p>
            <a:r>
              <a:rPr lang="en-ID" sz="200" dirty="0"/>
              <a:t>        "text": data["text"],</a:t>
            </a:r>
          </a:p>
          <a:p>
            <a:r>
              <a:rPr lang="en-ID" sz="200" dirty="0"/>
              <a:t>        "label": data["</a:t>
            </a:r>
            <a:r>
              <a:rPr lang="en-ID" sz="200" dirty="0" err="1"/>
              <a:t>label_enc</a:t>
            </a:r>
            <a:r>
              <a:rPr lang="en-ID" sz="200" dirty="0"/>
              <a:t>"]</a:t>
            </a:r>
          </a:p>
          <a:p>
            <a:r>
              <a:rPr lang="en-ID" sz="200" dirty="0"/>
              <a:t>    })</a:t>
            </a:r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# dataset final </a:t>
            </a:r>
          </a:p>
          <a:p>
            <a:r>
              <a:rPr lang="en-ID" sz="200" dirty="0"/>
              <a:t>dataset = </a:t>
            </a:r>
            <a:r>
              <a:rPr lang="en-ID" sz="200" dirty="0" err="1"/>
              <a:t>DatasetDict</a:t>
            </a:r>
            <a:r>
              <a:rPr lang="en-ID" sz="200" dirty="0"/>
              <a:t>({</a:t>
            </a:r>
          </a:p>
          <a:p>
            <a:r>
              <a:rPr lang="en-ID" sz="200" dirty="0"/>
              <a:t>        "train": </a:t>
            </a:r>
            <a:r>
              <a:rPr lang="en-ID" sz="200" dirty="0" err="1"/>
              <a:t>train_dataset</a:t>
            </a:r>
            <a:r>
              <a:rPr lang="en-ID" sz="200" dirty="0"/>
              <a:t>,</a:t>
            </a:r>
          </a:p>
          <a:p>
            <a:r>
              <a:rPr lang="en-ID" sz="200" dirty="0"/>
              <a:t>        "test": </a:t>
            </a:r>
            <a:r>
              <a:rPr lang="en-ID" sz="200" dirty="0" err="1"/>
              <a:t>test_dataset</a:t>
            </a:r>
            <a:endParaRPr lang="en-ID" sz="200" dirty="0"/>
          </a:p>
          <a:p>
            <a:r>
              <a:rPr lang="en-ID" sz="200" dirty="0"/>
              <a:t>    })</a:t>
            </a:r>
          </a:p>
          <a:p>
            <a:endParaRPr lang="en-ID" sz="200" dirty="0"/>
          </a:p>
          <a:p>
            <a:r>
              <a:rPr lang="en-ID" sz="200" dirty="0"/>
              <a:t>print (dataset)</a:t>
            </a:r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# </a:t>
            </a:r>
            <a:r>
              <a:rPr lang="en-ID" sz="200" dirty="0" err="1"/>
              <a:t>kode</a:t>
            </a:r>
            <a:r>
              <a:rPr lang="en-ID" sz="200" dirty="0"/>
              <a:t> </a:t>
            </a:r>
          </a:p>
          <a:p>
            <a:r>
              <a:rPr lang="en-ID" sz="200" dirty="0" err="1"/>
              <a:t>datasetSatu</a:t>
            </a:r>
            <a:r>
              <a:rPr lang="en-ID" sz="200" dirty="0"/>
              <a:t> = 0</a:t>
            </a:r>
          </a:p>
          <a:p>
            <a:endParaRPr lang="en-ID" sz="200" dirty="0"/>
          </a:p>
          <a:p>
            <a:r>
              <a:rPr lang="en-ID" sz="200" dirty="0" err="1"/>
              <a:t>nmModel</a:t>
            </a:r>
            <a:r>
              <a:rPr lang="en-ID" sz="200" dirty="0"/>
              <a:t> = f"./intent-model-{</a:t>
            </a:r>
            <a:r>
              <a:rPr lang="en-ID" sz="200" dirty="0" err="1"/>
              <a:t>datasetSatu</a:t>
            </a:r>
            <a:r>
              <a:rPr lang="en-ID" sz="200" dirty="0"/>
              <a:t>}"</a:t>
            </a:r>
          </a:p>
          <a:p>
            <a:r>
              <a:rPr lang="en-ID" sz="200" dirty="0"/>
              <a:t>print (dataset)</a:t>
            </a:r>
          </a:p>
          <a:p>
            <a:endParaRPr lang="en-ID" sz="200" dirty="0"/>
          </a:p>
          <a:p>
            <a:r>
              <a:rPr lang="en-ID" sz="200" dirty="0"/>
              <a:t># ========= 3. </a:t>
            </a:r>
            <a:r>
              <a:rPr lang="en-ID" sz="200" dirty="0" err="1"/>
              <a:t>Tokenisasi</a:t>
            </a:r>
            <a:r>
              <a:rPr lang="en-ID" sz="200" dirty="0"/>
              <a:t> =========</a:t>
            </a:r>
          </a:p>
          <a:p>
            <a:r>
              <a:rPr lang="en-ID" sz="200" dirty="0"/>
              <a:t>tokenizer = </a:t>
            </a:r>
            <a:r>
              <a:rPr lang="en-ID" sz="200" dirty="0" err="1"/>
              <a:t>DistilBertTokenizerFast.from_pretrained</a:t>
            </a:r>
            <a:r>
              <a:rPr lang="en-ID" sz="200" dirty="0"/>
              <a:t>("</a:t>
            </a:r>
            <a:r>
              <a:rPr lang="en-ID" sz="200" dirty="0" err="1"/>
              <a:t>distilbert</a:t>
            </a:r>
            <a:r>
              <a:rPr lang="en-ID" sz="200" dirty="0"/>
              <a:t>-base-uncased")</a:t>
            </a:r>
          </a:p>
          <a:p>
            <a:r>
              <a:rPr lang="en-ID" sz="200" dirty="0"/>
              <a:t>dataset = </a:t>
            </a:r>
            <a:r>
              <a:rPr lang="en-ID" sz="200" dirty="0" err="1"/>
              <a:t>dataset.map</a:t>
            </a:r>
            <a:r>
              <a:rPr lang="en-ID" sz="200" dirty="0"/>
              <a:t>(lambda x: tokenizer(x["text"], padding=True, truncation=True), batched=True)</a:t>
            </a:r>
          </a:p>
          <a:p>
            <a:endParaRPr lang="en-ID" sz="200" dirty="0"/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 err="1"/>
              <a:t>training_args</a:t>
            </a:r>
            <a:r>
              <a:rPr lang="en-ID" sz="200" dirty="0"/>
              <a:t> = </a:t>
            </a:r>
            <a:r>
              <a:rPr lang="en-ID" sz="200" dirty="0" err="1"/>
              <a:t>TrainingArguments</a:t>
            </a:r>
            <a:r>
              <a:rPr lang="en-ID" sz="200" dirty="0"/>
              <a:t>(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output_dir</a:t>
            </a:r>
            <a:r>
              <a:rPr lang="en-ID" sz="200" dirty="0"/>
              <a:t>= </a:t>
            </a:r>
            <a:r>
              <a:rPr lang="en-ID" sz="200" dirty="0" err="1"/>
              <a:t>nmModel</a:t>
            </a:r>
            <a:r>
              <a:rPr lang="en-ID" sz="200" dirty="0"/>
              <a:t>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num_train_epochs</a:t>
            </a:r>
            <a:r>
              <a:rPr lang="en-ID" sz="200" dirty="0"/>
              <a:t>=10,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per_device_train_batch_size</a:t>
            </a:r>
            <a:r>
              <a:rPr lang="en-ID" sz="200" dirty="0"/>
              <a:t>=4,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logging_dir</a:t>
            </a:r>
            <a:r>
              <a:rPr lang="en-ID" sz="200" dirty="0"/>
              <a:t>="./logs",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logging_steps</a:t>
            </a:r>
            <a:r>
              <a:rPr lang="en-ID" sz="200" dirty="0"/>
              <a:t>=10,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save_strategy</a:t>
            </a:r>
            <a:r>
              <a:rPr lang="en-ID" sz="200" dirty="0"/>
              <a:t>="no",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report_to</a:t>
            </a:r>
            <a:r>
              <a:rPr lang="en-ID" sz="200" dirty="0"/>
              <a:t>="none",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load_best_model_at_end</a:t>
            </a:r>
            <a:r>
              <a:rPr lang="en-ID" sz="200" dirty="0"/>
              <a:t>=True,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metric_for_best_model</a:t>
            </a:r>
            <a:r>
              <a:rPr lang="en-ID" sz="200" dirty="0"/>
              <a:t>="</a:t>
            </a:r>
            <a:r>
              <a:rPr lang="en-ID" sz="200" dirty="0" err="1"/>
              <a:t>eval_loss</a:t>
            </a:r>
            <a:r>
              <a:rPr lang="en-ID" sz="200" dirty="0"/>
              <a:t>",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greater_is_better</a:t>
            </a:r>
            <a:r>
              <a:rPr lang="en-ID" sz="200" dirty="0"/>
              <a:t>=False  # </a:t>
            </a:r>
            <a:r>
              <a:rPr lang="en-ID" sz="200" dirty="0" err="1"/>
              <a:t>karena</a:t>
            </a:r>
            <a:r>
              <a:rPr lang="en-ID" sz="200" dirty="0"/>
              <a:t> loss </a:t>
            </a:r>
            <a:r>
              <a:rPr lang="en-ID" sz="200" dirty="0" err="1"/>
              <a:t>makin</a:t>
            </a:r>
            <a:r>
              <a:rPr lang="en-ID" sz="200" dirty="0"/>
              <a:t> </a:t>
            </a:r>
            <a:r>
              <a:rPr lang="en-ID" sz="200" dirty="0" err="1"/>
              <a:t>kecil</a:t>
            </a:r>
            <a:r>
              <a:rPr lang="en-ID" sz="200" dirty="0"/>
              <a:t> </a:t>
            </a:r>
            <a:r>
              <a:rPr lang="en-ID" sz="200" dirty="0" err="1"/>
              <a:t>makin</a:t>
            </a:r>
            <a:r>
              <a:rPr lang="en-ID" sz="200" dirty="0"/>
              <a:t> </a:t>
            </a:r>
            <a:r>
              <a:rPr lang="en-ID" sz="200" dirty="0" err="1"/>
              <a:t>bagus</a:t>
            </a:r>
            <a:endParaRPr lang="en-ID" sz="200" dirty="0"/>
          </a:p>
          <a:p>
            <a:r>
              <a:rPr lang="en-ID" sz="200" dirty="0"/>
              <a:t>    )</a:t>
            </a:r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if (</a:t>
            </a:r>
            <a:r>
              <a:rPr lang="en-ID" sz="200" dirty="0" err="1"/>
              <a:t>ditraining</a:t>
            </a:r>
            <a:r>
              <a:rPr lang="en-ID" sz="200" dirty="0"/>
              <a:t>==1):</a:t>
            </a:r>
          </a:p>
          <a:p>
            <a:endParaRPr lang="en-ID" sz="200" dirty="0"/>
          </a:p>
          <a:p>
            <a:r>
              <a:rPr lang="en-ID" sz="200" dirty="0"/>
              <a:t>    # ========= 4. Load Model &amp; Fine-tuning =========</a:t>
            </a:r>
          </a:p>
          <a:p>
            <a:r>
              <a:rPr lang="en-ID" sz="200" dirty="0"/>
              <a:t>    model = </a:t>
            </a:r>
            <a:r>
              <a:rPr lang="en-ID" sz="200" dirty="0" err="1"/>
              <a:t>DistilBertForSequenceClassification.from_pretrained</a:t>
            </a:r>
            <a:r>
              <a:rPr lang="en-ID" sz="200" dirty="0"/>
              <a:t>(</a:t>
            </a:r>
          </a:p>
          <a:p>
            <a:r>
              <a:rPr lang="en-ID" sz="200" dirty="0"/>
              <a:t>        "</a:t>
            </a:r>
            <a:r>
              <a:rPr lang="en-ID" sz="200" dirty="0" err="1"/>
              <a:t>distilbert</a:t>
            </a:r>
            <a:r>
              <a:rPr lang="en-ID" sz="200" dirty="0"/>
              <a:t>-base-uncased",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num_labels</a:t>
            </a:r>
            <a:r>
              <a:rPr lang="en-ID" sz="200" dirty="0"/>
              <a:t>=</a:t>
            </a:r>
            <a:r>
              <a:rPr lang="en-ID" sz="200" dirty="0" err="1"/>
              <a:t>num_labels</a:t>
            </a:r>
            <a:endParaRPr lang="en-ID" sz="200" dirty="0"/>
          </a:p>
          <a:p>
            <a:r>
              <a:rPr lang="en-ID" sz="200" dirty="0"/>
              <a:t>    )</a:t>
            </a:r>
          </a:p>
          <a:p>
            <a:endParaRPr lang="en-ID" sz="200" dirty="0"/>
          </a:p>
          <a:p>
            <a:r>
              <a:rPr lang="en-ID" sz="200" dirty="0"/>
              <a:t>    device = </a:t>
            </a:r>
            <a:r>
              <a:rPr lang="en-ID" sz="200" dirty="0" err="1"/>
              <a:t>torch.device</a:t>
            </a:r>
            <a:r>
              <a:rPr lang="en-ID" sz="200" dirty="0"/>
              <a:t>("</a:t>
            </a:r>
            <a:r>
              <a:rPr lang="en-ID" sz="200" dirty="0" err="1"/>
              <a:t>cuda</a:t>
            </a:r>
            <a:r>
              <a:rPr lang="en-ID" sz="200" dirty="0"/>
              <a:t>" if </a:t>
            </a:r>
            <a:r>
              <a:rPr lang="en-ID" sz="200" dirty="0" err="1"/>
              <a:t>torch.cuda.is_available</a:t>
            </a:r>
            <a:r>
              <a:rPr lang="en-ID" sz="200" dirty="0"/>
              <a:t>() else "</a:t>
            </a:r>
            <a:r>
              <a:rPr lang="en-ID" sz="200" dirty="0" err="1"/>
              <a:t>cpu</a:t>
            </a:r>
            <a:r>
              <a:rPr lang="en-ID" sz="200" dirty="0"/>
              <a:t>")</a:t>
            </a:r>
          </a:p>
          <a:p>
            <a:r>
              <a:rPr lang="en-ID" sz="200" dirty="0"/>
              <a:t>    model.to(device)</a:t>
            </a:r>
          </a:p>
          <a:p>
            <a:endParaRPr lang="en-ID" sz="200" dirty="0"/>
          </a:p>
          <a:p>
            <a:r>
              <a:rPr lang="en-ID" sz="200" dirty="0"/>
              <a:t>    </a:t>
            </a:r>
            <a:r>
              <a:rPr lang="en-ID" sz="200" dirty="0" err="1"/>
              <a:t>mythreshold</a:t>
            </a:r>
            <a:r>
              <a:rPr lang="en-ID" sz="200" dirty="0"/>
              <a:t> = 0.001</a:t>
            </a:r>
          </a:p>
          <a:p>
            <a:endParaRPr lang="en-ID" sz="200" dirty="0"/>
          </a:p>
          <a:p>
            <a:r>
              <a:rPr lang="en-ID" sz="200" dirty="0"/>
              <a:t>    from transformers import </a:t>
            </a:r>
            <a:r>
              <a:rPr lang="en-ID" sz="200" dirty="0" err="1"/>
              <a:t>TrainerCallback</a:t>
            </a:r>
            <a:r>
              <a:rPr lang="en-ID" sz="200" dirty="0"/>
              <a:t>, </a:t>
            </a:r>
            <a:r>
              <a:rPr lang="en-ID" sz="200" dirty="0" err="1"/>
              <a:t>TrainingArguments</a:t>
            </a:r>
            <a:r>
              <a:rPr lang="en-ID" sz="200" dirty="0"/>
              <a:t>, Trainer</a:t>
            </a:r>
          </a:p>
          <a:p>
            <a:r>
              <a:rPr lang="en-ID" sz="200" dirty="0"/>
              <a:t>    import math</a:t>
            </a:r>
          </a:p>
          <a:p>
            <a:endParaRPr lang="en-ID" sz="200" dirty="0"/>
          </a:p>
          <a:p>
            <a:r>
              <a:rPr lang="en-ID" sz="200" dirty="0"/>
              <a:t>    class </a:t>
            </a:r>
            <a:r>
              <a:rPr lang="en-ID" sz="200" dirty="0" err="1"/>
              <a:t>LossThresholdCallback</a:t>
            </a:r>
            <a:r>
              <a:rPr lang="en-ID" sz="200" dirty="0"/>
              <a:t>(</a:t>
            </a:r>
            <a:r>
              <a:rPr lang="en-ID" sz="200" dirty="0" err="1"/>
              <a:t>TrainerCallback</a:t>
            </a:r>
            <a:r>
              <a:rPr lang="en-ID" sz="200" dirty="0"/>
              <a:t>):</a:t>
            </a:r>
          </a:p>
          <a:p>
            <a:r>
              <a:rPr lang="en-ID" sz="200" dirty="0"/>
              <a:t>        def __</a:t>
            </a:r>
            <a:r>
              <a:rPr lang="en-ID" sz="200" dirty="0" err="1"/>
              <a:t>init</a:t>
            </a:r>
            <a:r>
              <a:rPr lang="en-ID" sz="200" dirty="0"/>
              <a:t>__(self, threshold=</a:t>
            </a:r>
            <a:r>
              <a:rPr lang="en-ID" sz="200" dirty="0" err="1"/>
              <a:t>mythreshold</a:t>
            </a:r>
            <a:r>
              <a:rPr lang="en-ID" sz="200" dirty="0"/>
              <a:t>):</a:t>
            </a:r>
          </a:p>
          <a:p>
            <a:r>
              <a:rPr lang="en-ID" sz="200" dirty="0"/>
              <a:t>            </a:t>
            </a:r>
            <a:r>
              <a:rPr lang="en-ID" sz="200" dirty="0" err="1"/>
              <a:t>self.threshold</a:t>
            </a:r>
            <a:r>
              <a:rPr lang="en-ID" sz="200" dirty="0"/>
              <a:t> = threshold</a:t>
            </a:r>
          </a:p>
          <a:p>
            <a:endParaRPr lang="en-ID" sz="200" dirty="0"/>
          </a:p>
          <a:p>
            <a:r>
              <a:rPr lang="en-ID" sz="200" dirty="0"/>
              <a:t>        def </a:t>
            </a:r>
            <a:r>
              <a:rPr lang="en-ID" sz="200" dirty="0" err="1"/>
              <a:t>on_evaluate</a:t>
            </a:r>
            <a:r>
              <a:rPr lang="en-ID" sz="200" dirty="0"/>
              <a:t>(self, </a:t>
            </a:r>
            <a:r>
              <a:rPr lang="en-ID" sz="200" dirty="0" err="1"/>
              <a:t>args</a:t>
            </a:r>
            <a:r>
              <a:rPr lang="en-ID" sz="200" dirty="0"/>
              <a:t>, state, control, metrics, **</a:t>
            </a:r>
            <a:r>
              <a:rPr lang="en-ID" sz="200" dirty="0" err="1"/>
              <a:t>kwargs</a:t>
            </a:r>
            <a:r>
              <a:rPr lang="en-ID" sz="200" dirty="0"/>
              <a:t>):</a:t>
            </a:r>
          </a:p>
          <a:p>
            <a:r>
              <a:rPr lang="en-ID" sz="200" dirty="0"/>
              <a:t>            </a:t>
            </a:r>
            <a:r>
              <a:rPr lang="en-ID" sz="200" dirty="0" err="1"/>
              <a:t>eval_loss</a:t>
            </a:r>
            <a:r>
              <a:rPr lang="en-ID" sz="200" dirty="0"/>
              <a:t> = </a:t>
            </a:r>
            <a:r>
              <a:rPr lang="en-ID" sz="200" dirty="0" err="1"/>
              <a:t>metrics.get</a:t>
            </a:r>
            <a:r>
              <a:rPr lang="en-ID" sz="200" dirty="0"/>
              <a:t>("</a:t>
            </a:r>
            <a:r>
              <a:rPr lang="en-ID" sz="200" dirty="0" err="1"/>
              <a:t>eval_loss</a:t>
            </a:r>
            <a:r>
              <a:rPr lang="en-ID" sz="200" dirty="0"/>
              <a:t>", None)</a:t>
            </a:r>
          </a:p>
          <a:p>
            <a:r>
              <a:rPr lang="en-ID" sz="200" dirty="0"/>
              <a:t>            if </a:t>
            </a:r>
            <a:r>
              <a:rPr lang="en-ID" sz="200" dirty="0" err="1"/>
              <a:t>eval_loss</a:t>
            </a:r>
            <a:r>
              <a:rPr lang="en-ID" sz="200" dirty="0"/>
              <a:t> is not None and </a:t>
            </a:r>
            <a:r>
              <a:rPr lang="en-ID" sz="200" dirty="0" err="1"/>
              <a:t>eval_loss</a:t>
            </a:r>
            <a:r>
              <a:rPr lang="en-ID" sz="200" dirty="0"/>
              <a:t> &lt; </a:t>
            </a:r>
            <a:r>
              <a:rPr lang="en-ID" sz="200" dirty="0" err="1"/>
              <a:t>self.threshold</a:t>
            </a:r>
            <a:r>
              <a:rPr lang="en-ID" sz="200" dirty="0"/>
              <a:t>:</a:t>
            </a:r>
          </a:p>
          <a:p>
            <a:r>
              <a:rPr lang="en-ID" sz="200" dirty="0"/>
              <a:t>                print(f"\n⛔ Stopping early: </a:t>
            </a:r>
            <a:r>
              <a:rPr lang="en-ID" sz="200" dirty="0" err="1"/>
              <a:t>eval_loss</a:t>
            </a:r>
            <a:r>
              <a:rPr lang="en-ID" sz="200" dirty="0"/>
              <a:t> ({eval_loss:.6f}) &lt; {</a:t>
            </a:r>
            <a:r>
              <a:rPr lang="en-ID" sz="200" dirty="0" err="1"/>
              <a:t>self.threshold</a:t>
            </a:r>
            <a:r>
              <a:rPr lang="en-ID" sz="200" dirty="0"/>
              <a:t>}")</a:t>
            </a:r>
          </a:p>
          <a:p>
            <a:r>
              <a:rPr lang="en-ID" sz="200" dirty="0"/>
              <a:t>                </a:t>
            </a:r>
            <a:r>
              <a:rPr lang="en-ID" sz="200" dirty="0" err="1"/>
              <a:t>control.should_training_stop</a:t>
            </a:r>
            <a:r>
              <a:rPr lang="en-ID" sz="200" dirty="0"/>
              <a:t> = True</a:t>
            </a:r>
          </a:p>
          <a:p>
            <a:r>
              <a:rPr lang="en-ID" sz="200" dirty="0"/>
              <a:t>            return control</a:t>
            </a:r>
          </a:p>
          <a:p>
            <a:endParaRPr lang="en-ID" sz="200" dirty="0"/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    trainer = Trainer(</a:t>
            </a:r>
          </a:p>
          <a:p>
            <a:r>
              <a:rPr lang="en-ID" sz="200" dirty="0"/>
              <a:t>        model=model,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args</a:t>
            </a:r>
            <a:r>
              <a:rPr lang="en-ID" sz="200" dirty="0"/>
              <a:t>=</a:t>
            </a:r>
            <a:r>
              <a:rPr lang="en-ID" sz="200" dirty="0" err="1"/>
              <a:t>training_args</a:t>
            </a:r>
            <a:r>
              <a:rPr lang="en-ID" sz="200" dirty="0"/>
              <a:t>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train_dataset</a:t>
            </a:r>
            <a:r>
              <a:rPr lang="en-ID" sz="200" dirty="0"/>
              <a:t>=dataset["train"],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eval_dataset</a:t>
            </a:r>
            <a:r>
              <a:rPr lang="en-ID" sz="200" dirty="0"/>
              <a:t>=dataset["test"],</a:t>
            </a:r>
          </a:p>
          <a:p>
            <a:r>
              <a:rPr lang="en-ID" sz="200" dirty="0"/>
              <a:t>        tokenizer=tokenizer,</a:t>
            </a:r>
          </a:p>
          <a:p>
            <a:r>
              <a:rPr lang="en-ID" sz="200" dirty="0"/>
              <a:t>        callbacks=[</a:t>
            </a:r>
            <a:r>
              <a:rPr lang="en-ID" sz="200" dirty="0" err="1"/>
              <a:t>LossThresholdCallback</a:t>
            </a:r>
            <a:r>
              <a:rPr lang="en-ID" sz="200" dirty="0"/>
              <a:t>(threshold=</a:t>
            </a:r>
            <a:r>
              <a:rPr lang="en-ID" sz="200" dirty="0" err="1"/>
              <a:t>mythreshold</a:t>
            </a:r>
            <a:r>
              <a:rPr lang="en-ID" sz="200" dirty="0"/>
              <a:t>)]</a:t>
            </a:r>
          </a:p>
          <a:p>
            <a:r>
              <a:rPr lang="en-ID" sz="200" dirty="0"/>
              <a:t>    )</a:t>
            </a:r>
          </a:p>
          <a:p>
            <a:endParaRPr lang="en-ID" sz="200" dirty="0"/>
          </a:p>
          <a:p>
            <a:r>
              <a:rPr lang="en-ID" sz="200" dirty="0"/>
              <a:t>    </a:t>
            </a:r>
            <a:r>
              <a:rPr lang="en-ID" sz="200" dirty="0" err="1"/>
              <a:t>trainer.train</a:t>
            </a:r>
            <a:r>
              <a:rPr lang="en-ID" sz="200" dirty="0"/>
              <a:t>()</a:t>
            </a:r>
          </a:p>
          <a:p>
            <a:endParaRPr lang="en-ID" sz="200" dirty="0"/>
          </a:p>
          <a:p>
            <a:r>
              <a:rPr lang="en-ID" sz="200" dirty="0"/>
              <a:t>    # 9. Save model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trainer.save_model</a:t>
            </a:r>
            <a:r>
              <a:rPr lang="en-ID" sz="200" dirty="0"/>
              <a:t>(</a:t>
            </a:r>
            <a:r>
              <a:rPr lang="en-ID" sz="200" dirty="0" err="1"/>
              <a:t>nmModel</a:t>
            </a:r>
            <a:r>
              <a:rPr lang="en-ID" sz="200" dirty="0"/>
              <a:t>)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tokenizer.save_pretrained</a:t>
            </a:r>
            <a:r>
              <a:rPr lang="en-ID" sz="200" dirty="0"/>
              <a:t>(</a:t>
            </a:r>
            <a:r>
              <a:rPr lang="en-ID" sz="200" dirty="0" err="1"/>
              <a:t>nmModel</a:t>
            </a:r>
            <a:r>
              <a:rPr lang="en-ID" sz="200" dirty="0"/>
              <a:t>)</a:t>
            </a:r>
          </a:p>
          <a:p>
            <a:endParaRPr lang="en-ID" sz="200" dirty="0"/>
          </a:p>
          <a:p>
            <a:r>
              <a:rPr lang="en-ID" sz="200" dirty="0"/>
              <a:t>    print ("Model intent </a:t>
            </a:r>
            <a:r>
              <a:rPr lang="en-ID" sz="200" dirty="0" err="1"/>
              <a:t>telah</a:t>
            </a:r>
            <a:r>
              <a:rPr lang="en-ID" sz="200" dirty="0"/>
              <a:t> </a:t>
            </a:r>
            <a:r>
              <a:rPr lang="en-ID" sz="200" dirty="0" err="1"/>
              <a:t>disimpan</a:t>
            </a:r>
            <a:r>
              <a:rPr lang="en-ID" sz="200" dirty="0"/>
              <a:t> ...")</a:t>
            </a:r>
          </a:p>
          <a:p>
            <a:endParaRPr lang="en-ID" sz="200" dirty="0"/>
          </a:p>
          <a:p>
            <a:r>
              <a:rPr lang="en-ID" sz="200" dirty="0"/>
              <a:t>    # ========= 5. Inference / Chatbot ========= </a:t>
            </a:r>
            <a:r>
              <a:rPr lang="en-ID" sz="200" dirty="0" err="1"/>
              <a:t>sini</a:t>
            </a:r>
            <a:endParaRPr lang="en-ID" sz="200" dirty="0"/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    </a:t>
            </a:r>
            <a:r>
              <a:rPr lang="en-ID" sz="200" dirty="0" err="1"/>
              <a:t>model.eval</a:t>
            </a:r>
            <a:r>
              <a:rPr lang="en-ID" sz="200" dirty="0"/>
              <a:t>()</a:t>
            </a:r>
          </a:p>
          <a:p>
            <a:endParaRPr lang="en-ID" sz="200" dirty="0"/>
          </a:p>
          <a:p>
            <a:endParaRPr lang="en-ID" sz="200" dirty="0"/>
          </a:p>
          <a:p>
            <a:r>
              <a:rPr lang="en-ID" sz="200" dirty="0"/>
              <a:t>    print ("</a:t>
            </a:r>
            <a:r>
              <a:rPr lang="en-ID" sz="200" dirty="0" err="1"/>
              <a:t>Selesai</a:t>
            </a:r>
            <a:r>
              <a:rPr lang="en-ID" sz="200" dirty="0"/>
              <a:t>...")</a:t>
            </a:r>
          </a:p>
          <a:p>
            <a:endParaRPr lang="en-ID" sz="200" dirty="0"/>
          </a:p>
          <a:p>
            <a:r>
              <a:rPr lang="en-ID" sz="200" dirty="0"/>
              <a:t>    import sys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sys.exit</a:t>
            </a:r>
            <a:r>
              <a:rPr lang="en-ID" sz="200" dirty="0"/>
              <a:t>(1)</a:t>
            </a:r>
          </a:p>
          <a:p>
            <a:endParaRPr lang="en-ID" sz="200" dirty="0"/>
          </a:p>
          <a:p>
            <a:r>
              <a:rPr lang="en-ID" sz="200" dirty="0"/>
              <a:t>else:</a:t>
            </a:r>
          </a:p>
          <a:p>
            <a:r>
              <a:rPr lang="en-ID" sz="200" dirty="0"/>
              <a:t>    #--------------------</a:t>
            </a:r>
          </a:p>
          <a:p>
            <a:r>
              <a:rPr lang="en-ID" sz="200" dirty="0"/>
              <a:t>    import evaluate</a:t>
            </a:r>
          </a:p>
          <a:p>
            <a:r>
              <a:rPr lang="en-ID" sz="200" dirty="0"/>
              <a:t>    accuracy = </a:t>
            </a:r>
            <a:r>
              <a:rPr lang="en-ID" sz="200" dirty="0" err="1"/>
              <a:t>evaluate.load</a:t>
            </a:r>
            <a:r>
              <a:rPr lang="en-ID" sz="200" dirty="0"/>
              <a:t>("accuracy")</a:t>
            </a:r>
          </a:p>
          <a:p>
            <a:endParaRPr lang="en-ID" sz="200" dirty="0"/>
          </a:p>
          <a:p>
            <a:r>
              <a:rPr lang="en-ID" sz="200" dirty="0"/>
              <a:t>    def </a:t>
            </a:r>
            <a:r>
              <a:rPr lang="en-ID" sz="200" dirty="0" err="1"/>
              <a:t>compute_metrics</a:t>
            </a:r>
            <a:r>
              <a:rPr lang="en-ID" sz="200" dirty="0"/>
              <a:t>(</a:t>
            </a:r>
            <a:r>
              <a:rPr lang="en-ID" sz="200" dirty="0" err="1"/>
              <a:t>eval_pred</a:t>
            </a:r>
            <a:r>
              <a:rPr lang="en-ID" sz="200" dirty="0"/>
              <a:t>):</a:t>
            </a:r>
          </a:p>
          <a:p>
            <a:r>
              <a:rPr lang="en-ID" sz="200" dirty="0"/>
              <a:t>        logits, labels = </a:t>
            </a:r>
            <a:r>
              <a:rPr lang="en-ID" sz="200" dirty="0" err="1"/>
              <a:t>eval_pred</a:t>
            </a:r>
            <a:endParaRPr lang="en-ID" sz="200" dirty="0"/>
          </a:p>
          <a:p>
            <a:r>
              <a:rPr lang="en-ID" sz="200" dirty="0"/>
              <a:t>        predictions = </a:t>
            </a:r>
            <a:r>
              <a:rPr lang="en-ID" sz="200" dirty="0" err="1"/>
              <a:t>np.argmax</a:t>
            </a:r>
            <a:r>
              <a:rPr lang="en-ID" sz="200" dirty="0"/>
              <a:t>(logits, axis=-1)</a:t>
            </a:r>
          </a:p>
          <a:p>
            <a:r>
              <a:rPr lang="en-ID" sz="200" dirty="0"/>
              <a:t>        return </a:t>
            </a:r>
            <a:r>
              <a:rPr lang="en-ID" sz="200" dirty="0" err="1"/>
              <a:t>accuracy.compute</a:t>
            </a:r>
            <a:r>
              <a:rPr lang="en-ID" sz="200" dirty="0"/>
              <a:t>(predictions=predictions, references=labels)</a:t>
            </a:r>
          </a:p>
          <a:p>
            <a:endParaRPr lang="en-ID" sz="200" dirty="0"/>
          </a:p>
          <a:p>
            <a:r>
              <a:rPr lang="en-ID" sz="200" dirty="0"/>
              <a:t>    # 10. Load model </a:t>
            </a:r>
            <a:r>
              <a:rPr lang="en-ID" sz="200" dirty="0" err="1"/>
              <a:t>kembali</a:t>
            </a:r>
            <a:endParaRPr lang="en-ID" sz="200" dirty="0"/>
          </a:p>
          <a:p>
            <a:r>
              <a:rPr lang="en-ID" sz="200" dirty="0"/>
              <a:t>    </a:t>
            </a:r>
            <a:r>
              <a:rPr lang="en-ID" sz="200" dirty="0" err="1"/>
              <a:t>model_loaded</a:t>
            </a:r>
            <a:r>
              <a:rPr lang="en-ID" sz="200" dirty="0"/>
              <a:t> = </a:t>
            </a:r>
            <a:r>
              <a:rPr lang="en-ID" sz="200" dirty="0" err="1"/>
              <a:t>DistilBertForSequenceClassification.from_pretrained</a:t>
            </a:r>
            <a:r>
              <a:rPr lang="en-ID" sz="200" dirty="0"/>
              <a:t>(</a:t>
            </a:r>
            <a:r>
              <a:rPr lang="en-ID" sz="200" dirty="0" err="1"/>
              <a:t>nmModel</a:t>
            </a:r>
            <a:r>
              <a:rPr lang="en-ID" sz="200" dirty="0"/>
              <a:t>)</a:t>
            </a:r>
          </a:p>
          <a:p>
            <a:r>
              <a:rPr lang="en-ID" sz="200" dirty="0"/>
              <a:t>    </a:t>
            </a:r>
            <a:r>
              <a:rPr lang="en-ID" sz="200" dirty="0" err="1"/>
              <a:t>tokenizer_loaded</a:t>
            </a:r>
            <a:r>
              <a:rPr lang="en-ID" sz="200" dirty="0"/>
              <a:t> = </a:t>
            </a:r>
            <a:r>
              <a:rPr lang="en-ID" sz="200" dirty="0" err="1"/>
              <a:t>DistilBertTokenizerFast.from_pretrained</a:t>
            </a:r>
            <a:r>
              <a:rPr lang="en-ID" sz="200" dirty="0"/>
              <a:t>(</a:t>
            </a:r>
            <a:r>
              <a:rPr lang="en-ID" sz="200" dirty="0" err="1"/>
              <a:t>nmModel</a:t>
            </a:r>
            <a:r>
              <a:rPr lang="en-ID" sz="200" dirty="0"/>
              <a:t>)</a:t>
            </a:r>
          </a:p>
          <a:p>
            <a:r>
              <a:rPr lang="en-ID" sz="200" dirty="0"/>
              <a:t>    print (</a:t>
            </a:r>
            <a:r>
              <a:rPr lang="en-ID" sz="200" dirty="0" err="1"/>
              <a:t>f"Model</a:t>
            </a:r>
            <a:r>
              <a:rPr lang="en-ID" sz="200" dirty="0"/>
              <a:t> {</a:t>
            </a:r>
            <a:r>
              <a:rPr lang="en-ID" sz="200" dirty="0" err="1"/>
              <a:t>nmModel</a:t>
            </a:r>
            <a:r>
              <a:rPr lang="en-ID" sz="200" dirty="0"/>
              <a:t>} loaded ...")</a:t>
            </a:r>
          </a:p>
          <a:p>
            <a:endParaRPr lang="en-ID" sz="200" dirty="0"/>
          </a:p>
          <a:p>
            <a:r>
              <a:rPr lang="en-ID" sz="200" dirty="0"/>
              <a:t>    # 11. </a:t>
            </a:r>
            <a:r>
              <a:rPr lang="en-ID" sz="200" dirty="0" err="1"/>
              <a:t>Evaluasi</a:t>
            </a:r>
            <a:r>
              <a:rPr lang="en-ID" sz="200" dirty="0"/>
              <a:t> model yang </a:t>
            </a:r>
            <a:r>
              <a:rPr lang="en-ID" sz="200" dirty="0" err="1"/>
              <a:t>dimuat</a:t>
            </a:r>
            <a:r>
              <a:rPr lang="en-ID" sz="200" dirty="0"/>
              <a:t> </a:t>
            </a:r>
            <a:r>
              <a:rPr lang="en-ID" sz="200" dirty="0" err="1"/>
              <a:t>ulang</a:t>
            </a:r>
            <a:endParaRPr lang="en-ID" sz="200" dirty="0"/>
          </a:p>
          <a:p>
            <a:r>
              <a:rPr lang="en-ID" sz="200" dirty="0"/>
              <a:t>    </a:t>
            </a:r>
            <a:r>
              <a:rPr lang="en-ID" sz="200" dirty="0" err="1"/>
              <a:t>trainer_loaded</a:t>
            </a:r>
            <a:r>
              <a:rPr lang="en-ID" sz="200" dirty="0"/>
              <a:t> = Trainer(</a:t>
            </a:r>
          </a:p>
          <a:p>
            <a:r>
              <a:rPr lang="en-ID" sz="200" dirty="0"/>
              <a:t>        model=</a:t>
            </a:r>
            <a:r>
              <a:rPr lang="en-ID" sz="200" dirty="0" err="1"/>
              <a:t>model_loaded</a:t>
            </a:r>
            <a:r>
              <a:rPr lang="en-ID" sz="200" dirty="0"/>
              <a:t>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args</a:t>
            </a:r>
            <a:r>
              <a:rPr lang="en-ID" sz="200" dirty="0"/>
              <a:t>=</a:t>
            </a:r>
            <a:r>
              <a:rPr lang="en-ID" sz="200" dirty="0" err="1"/>
              <a:t>training_args</a:t>
            </a:r>
            <a:r>
              <a:rPr lang="en-ID" sz="200" dirty="0"/>
              <a:t>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eval_dataset</a:t>
            </a:r>
            <a:r>
              <a:rPr lang="en-ID" sz="200" dirty="0"/>
              <a:t>=dataset["test"],</a:t>
            </a:r>
          </a:p>
          <a:p>
            <a:r>
              <a:rPr lang="en-ID" sz="200" dirty="0"/>
              <a:t>        tokenizer=</a:t>
            </a:r>
            <a:r>
              <a:rPr lang="en-ID" sz="200" dirty="0" err="1"/>
              <a:t>tokenizer_loaded</a:t>
            </a:r>
            <a:r>
              <a:rPr lang="en-ID" sz="200" dirty="0"/>
              <a:t>,</a:t>
            </a:r>
          </a:p>
          <a:p>
            <a:r>
              <a:rPr lang="en-ID" sz="200" dirty="0"/>
              <a:t>        </a:t>
            </a:r>
            <a:r>
              <a:rPr lang="en-ID" sz="200" dirty="0" err="1"/>
              <a:t>compute_metrics</a:t>
            </a:r>
            <a:r>
              <a:rPr lang="en-ID" sz="200" dirty="0"/>
              <a:t>=</a:t>
            </a:r>
            <a:r>
              <a:rPr lang="en-ID" sz="200" dirty="0" err="1"/>
              <a:t>compute_metrics</a:t>
            </a:r>
            <a:r>
              <a:rPr lang="en-ID" sz="200" dirty="0"/>
              <a:t>,</a:t>
            </a:r>
          </a:p>
          <a:p>
            <a:r>
              <a:rPr lang="en-ID" sz="200" dirty="0"/>
              <a:t>    )</a:t>
            </a:r>
          </a:p>
          <a:p>
            <a:endParaRPr lang="en-ID" sz="200" dirty="0"/>
          </a:p>
          <a:p>
            <a:r>
              <a:rPr lang="en-ID" sz="200" dirty="0"/>
              <a:t>    results = </a:t>
            </a:r>
            <a:r>
              <a:rPr lang="en-ID" sz="200" dirty="0" err="1"/>
              <a:t>trainer_loaded.evaluate</a:t>
            </a:r>
            <a:r>
              <a:rPr lang="en-ID" sz="200" dirty="0"/>
              <a:t>()</a:t>
            </a:r>
          </a:p>
          <a:p>
            <a:r>
              <a:rPr lang="en-ID" sz="200" dirty="0"/>
              <a:t>    print("\n\</a:t>
            </a:r>
            <a:r>
              <a:rPr lang="en-ID" sz="200" dirty="0" err="1"/>
              <a:t>nEvaluasi</a:t>
            </a:r>
            <a:r>
              <a:rPr lang="en-ID" sz="200" dirty="0"/>
              <a:t> Model </a:t>
            </a:r>
            <a:r>
              <a:rPr lang="en-ID" sz="200" dirty="0" err="1"/>
              <a:t>Setelah</a:t>
            </a:r>
            <a:r>
              <a:rPr lang="en-ID" sz="200" dirty="0"/>
              <a:t> Load:", results)</a:t>
            </a:r>
          </a:p>
          <a:p>
            <a:endParaRPr lang="en-ID" sz="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CD809-6E01-CA75-A7F1-BFEF63368E32}"/>
              </a:ext>
            </a:extLst>
          </p:cNvPr>
          <p:cNvSpPr txBox="1"/>
          <p:nvPr/>
        </p:nvSpPr>
        <p:spPr>
          <a:xfrm>
            <a:off x="974036" y="1779104"/>
            <a:ext cx="5844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make the training faster, use </a:t>
            </a:r>
            <a:r>
              <a:rPr lang="en-US" sz="2000" b="1" dirty="0" err="1"/>
              <a:t>num_train_epochs</a:t>
            </a:r>
            <a:r>
              <a:rPr lang="en-US" sz="2000" b="1" dirty="0"/>
              <a:t> </a:t>
            </a:r>
            <a:r>
              <a:rPr lang="en-US" sz="2000" dirty="0"/>
              <a:t>= 3</a:t>
            </a:r>
            <a:endParaRPr lang="en-ID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7A496C-26B6-98F8-89A9-D49EA5BA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6" y="2690185"/>
            <a:ext cx="7077904" cy="211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92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5652-0F48-B220-DD15-A7D2331D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the Intent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1A257-210C-1C1D-A7E3-706F155CC0C8}"/>
              </a:ext>
            </a:extLst>
          </p:cNvPr>
          <p:cNvSpPr txBox="1"/>
          <p:nvPr/>
        </p:nvSpPr>
        <p:spPr>
          <a:xfrm>
            <a:off x="7726017" y="205040"/>
            <a:ext cx="3627783" cy="644791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D" sz="700" dirty="0"/>
              <a:t>from datasets import </a:t>
            </a:r>
            <a:r>
              <a:rPr lang="en-ID" sz="700" dirty="0" err="1"/>
              <a:t>load_dataset</a:t>
            </a:r>
            <a:endParaRPr lang="en-ID" sz="700" dirty="0"/>
          </a:p>
          <a:p>
            <a:r>
              <a:rPr lang="en-ID" sz="700" dirty="0"/>
              <a:t>import evaluate</a:t>
            </a:r>
          </a:p>
          <a:p>
            <a:r>
              <a:rPr lang="en-ID" sz="700" dirty="0"/>
              <a:t>import </a:t>
            </a:r>
            <a:r>
              <a:rPr lang="en-ID" sz="700" dirty="0" err="1"/>
              <a:t>numpy</a:t>
            </a:r>
            <a:r>
              <a:rPr lang="en-ID" sz="700" dirty="0"/>
              <a:t> as np</a:t>
            </a:r>
          </a:p>
          <a:p>
            <a:r>
              <a:rPr lang="en-ID" sz="700" dirty="0"/>
              <a:t>import torch</a:t>
            </a:r>
          </a:p>
          <a:p>
            <a:endParaRPr lang="en-ID" sz="700" dirty="0"/>
          </a:p>
          <a:p>
            <a:r>
              <a:rPr lang="en-ID" sz="700" dirty="0"/>
              <a:t>#-------------------------------------</a:t>
            </a:r>
          </a:p>
          <a:p>
            <a:r>
              <a:rPr lang="en-ID" sz="700" dirty="0"/>
              <a:t>from datasets import Dataset, </a:t>
            </a:r>
            <a:r>
              <a:rPr lang="en-ID" sz="700" dirty="0" err="1"/>
              <a:t>DatasetDict</a:t>
            </a:r>
            <a:endParaRPr lang="en-ID" sz="700" dirty="0"/>
          </a:p>
          <a:p>
            <a:r>
              <a:rPr lang="en-ID" sz="700" dirty="0"/>
              <a:t>from </a:t>
            </a:r>
            <a:r>
              <a:rPr lang="en-ID" sz="700" dirty="0" err="1"/>
              <a:t>sklearn.preprocessing</a:t>
            </a:r>
            <a:r>
              <a:rPr lang="en-ID" sz="700" dirty="0"/>
              <a:t> import </a:t>
            </a:r>
            <a:r>
              <a:rPr lang="en-ID" sz="700" dirty="0" err="1"/>
              <a:t>LabelEncoder</a:t>
            </a:r>
            <a:endParaRPr lang="en-ID" sz="700" dirty="0"/>
          </a:p>
          <a:p>
            <a:endParaRPr lang="en-ID" sz="700" dirty="0"/>
          </a:p>
          <a:p>
            <a:r>
              <a:rPr lang="en-ID" sz="700" dirty="0"/>
              <a:t>from transformers import (</a:t>
            </a:r>
          </a:p>
          <a:p>
            <a:r>
              <a:rPr lang="en-ID" sz="700" dirty="0"/>
              <a:t>    </a:t>
            </a:r>
            <a:r>
              <a:rPr lang="en-ID" sz="700" dirty="0" err="1"/>
              <a:t>DistilBertTokenizerFast</a:t>
            </a:r>
            <a:r>
              <a:rPr lang="en-ID" sz="700" dirty="0"/>
              <a:t>,</a:t>
            </a:r>
          </a:p>
          <a:p>
            <a:r>
              <a:rPr lang="en-ID" sz="700" dirty="0"/>
              <a:t>    </a:t>
            </a:r>
            <a:r>
              <a:rPr lang="en-ID" sz="700" dirty="0" err="1"/>
              <a:t>DistilBertForSequenceClassification</a:t>
            </a:r>
            <a:r>
              <a:rPr lang="en-ID" sz="700" dirty="0"/>
              <a:t>,</a:t>
            </a:r>
          </a:p>
          <a:p>
            <a:r>
              <a:rPr lang="en-ID" sz="700" dirty="0"/>
              <a:t>    Trainer,</a:t>
            </a:r>
          </a:p>
          <a:p>
            <a:r>
              <a:rPr lang="en-ID" sz="700" dirty="0"/>
              <a:t>    </a:t>
            </a:r>
            <a:r>
              <a:rPr lang="en-ID" sz="700" dirty="0" err="1"/>
              <a:t>TrainingArguments</a:t>
            </a:r>
            <a:endParaRPr lang="en-ID" sz="700" dirty="0"/>
          </a:p>
          <a:p>
            <a:r>
              <a:rPr lang="en-ID" sz="700" dirty="0"/>
              <a:t>)</a:t>
            </a:r>
          </a:p>
          <a:p>
            <a:endParaRPr lang="en-ID" sz="700" dirty="0"/>
          </a:p>
          <a:p>
            <a:endParaRPr lang="en-ID" sz="700" dirty="0"/>
          </a:p>
          <a:p>
            <a:r>
              <a:rPr lang="en-ID" sz="700" dirty="0"/>
              <a:t>dataset = </a:t>
            </a:r>
            <a:r>
              <a:rPr lang="en-ID" sz="700" dirty="0" err="1"/>
              <a:t>load_dataset</a:t>
            </a:r>
            <a:r>
              <a:rPr lang="en-ID" sz="700" dirty="0"/>
              <a:t>("</a:t>
            </a:r>
            <a:r>
              <a:rPr lang="en-ID" sz="700" dirty="0" err="1"/>
              <a:t>clinc_oos</a:t>
            </a:r>
            <a:r>
              <a:rPr lang="en-ID" sz="700" dirty="0"/>
              <a:t>", "small")</a:t>
            </a:r>
          </a:p>
          <a:p>
            <a:r>
              <a:rPr lang="en-ID" sz="700" dirty="0"/>
              <a:t>   </a:t>
            </a:r>
          </a:p>
          <a:p>
            <a:endParaRPr lang="en-ID" sz="700" dirty="0"/>
          </a:p>
          <a:p>
            <a:r>
              <a:rPr lang="en-ID" sz="700" dirty="0"/>
              <a:t># </a:t>
            </a:r>
            <a:r>
              <a:rPr lang="en-ID" sz="700" dirty="0" err="1"/>
              <a:t>menyusun</a:t>
            </a:r>
            <a:r>
              <a:rPr lang="en-ID" sz="700" dirty="0"/>
              <a:t> </a:t>
            </a:r>
            <a:r>
              <a:rPr lang="en-ID" sz="700" dirty="0" err="1"/>
              <a:t>ulang</a:t>
            </a:r>
            <a:r>
              <a:rPr lang="en-ID" sz="700" dirty="0"/>
              <a:t> dataset yang </a:t>
            </a:r>
            <a:r>
              <a:rPr lang="en-ID" sz="700" dirty="0" err="1"/>
              <a:t>akan</a:t>
            </a:r>
            <a:r>
              <a:rPr lang="en-ID" sz="700" dirty="0"/>
              <a:t> </a:t>
            </a:r>
            <a:r>
              <a:rPr lang="en-ID" sz="700" dirty="0" err="1"/>
              <a:t>digunakan</a:t>
            </a:r>
            <a:endParaRPr lang="en-ID" sz="700" dirty="0"/>
          </a:p>
          <a:p>
            <a:r>
              <a:rPr lang="en-ID" sz="700" dirty="0"/>
              <a:t># data training </a:t>
            </a:r>
          </a:p>
          <a:p>
            <a:endParaRPr lang="en-ID" sz="700" dirty="0"/>
          </a:p>
          <a:p>
            <a:r>
              <a:rPr lang="en-ID" sz="700" dirty="0" err="1"/>
              <a:t>text_list</a:t>
            </a:r>
            <a:r>
              <a:rPr lang="en-ID" sz="700" dirty="0"/>
              <a:t> = dataset["train"]["text"]</a:t>
            </a:r>
          </a:p>
          <a:p>
            <a:r>
              <a:rPr lang="en-ID" sz="700" dirty="0" err="1"/>
              <a:t>label_list</a:t>
            </a:r>
            <a:r>
              <a:rPr lang="en-ID" sz="700" dirty="0"/>
              <a:t> = dataset["train"]["intent"]</a:t>
            </a:r>
          </a:p>
          <a:p>
            <a:endParaRPr lang="en-ID" sz="700" dirty="0"/>
          </a:p>
          <a:p>
            <a:r>
              <a:rPr lang="en-ID" sz="700" dirty="0" err="1"/>
              <a:t>label_intent</a:t>
            </a:r>
            <a:r>
              <a:rPr lang="en-ID" sz="700" dirty="0"/>
              <a:t> = </a:t>
            </a:r>
            <a:r>
              <a:rPr lang="en-ID" sz="700" dirty="0" err="1"/>
              <a:t>np.unique</a:t>
            </a:r>
            <a:r>
              <a:rPr lang="en-ID" sz="700" dirty="0"/>
              <a:t>(</a:t>
            </a:r>
            <a:r>
              <a:rPr lang="en-ID" sz="700" dirty="0" err="1"/>
              <a:t>label_list</a:t>
            </a:r>
            <a:r>
              <a:rPr lang="en-ID" sz="700" dirty="0"/>
              <a:t>)</a:t>
            </a:r>
          </a:p>
          <a:p>
            <a:r>
              <a:rPr lang="en-ID" sz="700" dirty="0" err="1"/>
              <a:t>num_labels</a:t>
            </a:r>
            <a:r>
              <a:rPr lang="en-ID" sz="700" dirty="0"/>
              <a:t> = </a:t>
            </a:r>
            <a:r>
              <a:rPr lang="en-ID" sz="700" dirty="0" err="1"/>
              <a:t>len</a:t>
            </a:r>
            <a:r>
              <a:rPr lang="en-ID" sz="700" dirty="0"/>
              <a:t>(</a:t>
            </a:r>
            <a:r>
              <a:rPr lang="en-ID" sz="700" dirty="0" err="1"/>
              <a:t>label_intent</a:t>
            </a:r>
            <a:r>
              <a:rPr lang="en-ID" sz="700" dirty="0"/>
              <a:t>)</a:t>
            </a:r>
          </a:p>
          <a:p>
            <a:r>
              <a:rPr lang="en-ID" sz="700" dirty="0" err="1"/>
              <a:t>label_name</a:t>
            </a:r>
            <a:r>
              <a:rPr lang="en-ID" sz="700" dirty="0"/>
              <a:t> = dataset["train"].features["intent"].names</a:t>
            </a:r>
          </a:p>
          <a:p>
            <a:endParaRPr lang="en-ID" sz="700" dirty="0"/>
          </a:p>
          <a:p>
            <a:r>
              <a:rPr lang="en-ID" sz="700" dirty="0" err="1"/>
              <a:t>my_dict</a:t>
            </a:r>
            <a:r>
              <a:rPr lang="en-ID" sz="700" dirty="0"/>
              <a:t> = </a:t>
            </a:r>
            <a:r>
              <a:rPr lang="en-ID" sz="700" dirty="0" err="1"/>
              <a:t>dict</a:t>
            </a:r>
            <a:r>
              <a:rPr lang="en-ID" sz="700" dirty="0"/>
              <a:t>(zip(</a:t>
            </a:r>
            <a:r>
              <a:rPr lang="en-ID" sz="700" dirty="0" err="1"/>
              <a:t>label_intent</a:t>
            </a:r>
            <a:r>
              <a:rPr lang="en-ID" sz="700" dirty="0"/>
              <a:t>, </a:t>
            </a:r>
            <a:r>
              <a:rPr lang="en-ID" sz="700" dirty="0" err="1"/>
              <a:t>label_name</a:t>
            </a:r>
            <a:r>
              <a:rPr lang="en-ID" sz="700" dirty="0"/>
              <a:t>))</a:t>
            </a:r>
          </a:p>
          <a:p>
            <a:endParaRPr lang="en-ID" sz="700" dirty="0"/>
          </a:p>
          <a:p>
            <a:r>
              <a:rPr lang="en-ID" sz="700" dirty="0"/>
              <a:t>le = </a:t>
            </a:r>
            <a:r>
              <a:rPr lang="en-ID" sz="700" dirty="0" err="1"/>
              <a:t>LabelEncoder</a:t>
            </a:r>
            <a:r>
              <a:rPr lang="en-ID" sz="700" dirty="0"/>
              <a:t>()</a:t>
            </a:r>
          </a:p>
          <a:p>
            <a:r>
              <a:rPr lang="en-ID" sz="700" dirty="0" err="1"/>
              <a:t>label_enc</a:t>
            </a:r>
            <a:r>
              <a:rPr lang="en-ID" sz="700" dirty="0"/>
              <a:t> = </a:t>
            </a:r>
            <a:r>
              <a:rPr lang="en-ID" sz="700" dirty="0" err="1"/>
              <a:t>le.fit_transform</a:t>
            </a:r>
            <a:r>
              <a:rPr lang="en-ID" sz="700" dirty="0"/>
              <a:t>(</a:t>
            </a:r>
            <a:r>
              <a:rPr lang="en-ID" sz="700" dirty="0" err="1"/>
              <a:t>label_list</a:t>
            </a:r>
            <a:r>
              <a:rPr lang="en-ID" sz="700" dirty="0"/>
              <a:t> )</a:t>
            </a:r>
          </a:p>
          <a:p>
            <a:endParaRPr lang="en-ID" sz="700" dirty="0"/>
          </a:p>
          <a:p>
            <a:r>
              <a:rPr lang="en-ID" sz="700" dirty="0" err="1"/>
              <a:t>datasetSatu</a:t>
            </a:r>
            <a:r>
              <a:rPr lang="en-ID" sz="700" dirty="0"/>
              <a:t> = 0</a:t>
            </a:r>
          </a:p>
          <a:p>
            <a:r>
              <a:rPr lang="en-ID" sz="700" dirty="0" err="1"/>
              <a:t>nmModel</a:t>
            </a:r>
            <a:r>
              <a:rPr lang="en-ID" sz="700" dirty="0"/>
              <a:t> = f"./intent-model-{</a:t>
            </a:r>
            <a:r>
              <a:rPr lang="en-ID" sz="700" dirty="0" err="1"/>
              <a:t>datasetSatu</a:t>
            </a:r>
            <a:r>
              <a:rPr lang="en-ID" sz="700" dirty="0"/>
              <a:t>}"</a:t>
            </a:r>
          </a:p>
          <a:p>
            <a:endParaRPr lang="en-ID" sz="700" dirty="0"/>
          </a:p>
          <a:p>
            <a:r>
              <a:rPr lang="en-ID" sz="700" dirty="0"/>
              <a:t>model = </a:t>
            </a:r>
            <a:r>
              <a:rPr lang="en-ID" sz="700" dirty="0" err="1"/>
              <a:t>DistilBertForSequenceClassification.from_pretrained</a:t>
            </a:r>
            <a:r>
              <a:rPr lang="en-ID" sz="700" dirty="0"/>
              <a:t>(</a:t>
            </a:r>
            <a:r>
              <a:rPr lang="en-ID" sz="700" dirty="0" err="1"/>
              <a:t>nmModel</a:t>
            </a:r>
            <a:r>
              <a:rPr lang="en-ID" sz="700" dirty="0"/>
              <a:t>)</a:t>
            </a:r>
          </a:p>
          <a:p>
            <a:r>
              <a:rPr lang="en-ID" sz="700" dirty="0"/>
              <a:t>device = </a:t>
            </a:r>
            <a:r>
              <a:rPr lang="en-ID" sz="700" dirty="0" err="1"/>
              <a:t>torch.device</a:t>
            </a:r>
            <a:r>
              <a:rPr lang="en-ID" sz="700" dirty="0"/>
              <a:t>("</a:t>
            </a:r>
            <a:r>
              <a:rPr lang="en-ID" sz="700" dirty="0" err="1"/>
              <a:t>cuda</a:t>
            </a:r>
            <a:r>
              <a:rPr lang="en-ID" sz="700" dirty="0"/>
              <a:t>" if </a:t>
            </a:r>
            <a:r>
              <a:rPr lang="en-ID" sz="700" dirty="0" err="1"/>
              <a:t>torch.cuda.is_available</a:t>
            </a:r>
            <a:r>
              <a:rPr lang="en-ID" sz="700" dirty="0"/>
              <a:t>() else "</a:t>
            </a:r>
            <a:r>
              <a:rPr lang="en-ID" sz="700" dirty="0" err="1"/>
              <a:t>cpu</a:t>
            </a:r>
            <a:r>
              <a:rPr lang="en-ID" sz="700" dirty="0"/>
              <a:t>")</a:t>
            </a:r>
          </a:p>
          <a:p>
            <a:r>
              <a:rPr lang="en-ID" sz="700" dirty="0"/>
              <a:t>model.to(device)</a:t>
            </a:r>
          </a:p>
          <a:p>
            <a:r>
              <a:rPr lang="en-ID" sz="700" dirty="0"/>
              <a:t>    </a:t>
            </a:r>
          </a:p>
          <a:p>
            <a:r>
              <a:rPr lang="en-ID" sz="700" dirty="0"/>
              <a:t>tokenizer = </a:t>
            </a:r>
            <a:r>
              <a:rPr lang="en-ID" sz="700" dirty="0" err="1"/>
              <a:t>DistilBertTokenizerFast.from_pretrained</a:t>
            </a:r>
            <a:r>
              <a:rPr lang="en-ID" sz="700" dirty="0"/>
              <a:t>(</a:t>
            </a:r>
            <a:r>
              <a:rPr lang="en-ID" sz="700" dirty="0" err="1"/>
              <a:t>nmModel</a:t>
            </a:r>
            <a:r>
              <a:rPr lang="en-ID" sz="700" dirty="0"/>
              <a:t>)</a:t>
            </a:r>
          </a:p>
          <a:p>
            <a:r>
              <a:rPr lang="en-ID" sz="700" dirty="0"/>
              <a:t>print (</a:t>
            </a:r>
            <a:r>
              <a:rPr lang="en-ID" sz="700" dirty="0" err="1"/>
              <a:t>f"Model</a:t>
            </a:r>
            <a:r>
              <a:rPr lang="en-ID" sz="700" dirty="0"/>
              <a:t> {</a:t>
            </a:r>
            <a:r>
              <a:rPr lang="en-ID" sz="700" dirty="0" err="1"/>
              <a:t>nmModel</a:t>
            </a:r>
            <a:r>
              <a:rPr lang="en-ID" sz="700" dirty="0"/>
              <a:t>} loaded ...")</a:t>
            </a:r>
          </a:p>
          <a:p>
            <a:endParaRPr lang="en-ID" sz="700" dirty="0"/>
          </a:p>
          <a:p>
            <a:r>
              <a:rPr lang="en-ID" sz="700" dirty="0" err="1"/>
              <a:t>user_input</a:t>
            </a:r>
            <a:r>
              <a:rPr lang="en-ID" sz="700" dirty="0"/>
              <a:t> = "what's the </a:t>
            </a:r>
            <a:r>
              <a:rPr lang="en-ID" sz="700" dirty="0" err="1"/>
              <a:t>spanish</a:t>
            </a:r>
            <a:r>
              <a:rPr lang="en-ID" sz="700" dirty="0"/>
              <a:t> word for pasta"</a:t>
            </a:r>
          </a:p>
          <a:p>
            <a:endParaRPr lang="en-ID" sz="700" dirty="0"/>
          </a:p>
          <a:p>
            <a:r>
              <a:rPr lang="en-ID" sz="700" dirty="0"/>
              <a:t>inputs = tokenizer(</a:t>
            </a:r>
            <a:r>
              <a:rPr lang="en-ID" sz="700" dirty="0" err="1"/>
              <a:t>user_input</a:t>
            </a:r>
            <a:r>
              <a:rPr lang="en-ID" sz="700" dirty="0"/>
              <a:t>, </a:t>
            </a:r>
            <a:r>
              <a:rPr lang="en-ID" sz="700" dirty="0" err="1"/>
              <a:t>return_tensors</a:t>
            </a:r>
            <a:r>
              <a:rPr lang="en-ID" sz="700" dirty="0"/>
              <a:t>="pt").to(device)</a:t>
            </a:r>
          </a:p>
          <a:p>
            <a:r>
              <a:rPr lang="en-ID" sz="700" dirty="0"/>
              <a:t>with </a:t>
            </a:r>
            <a:r>
              <a:rPr lang="en-ID" sz="700" dirty="0" err="1"/>
              <a:t>torch.no_grad</a:t>
            </a:r>
            <a:r>
              <a:rPr lang="en-ID" sz="700" dirty="0"/>
              <a:t>():</a:t>
            </a:r>
          </a:p>
          <a:p>
            <a:r>
              <a:rPr lang="en-ID" sz="700" dirty="0"/>
              <a:t>    output = model(**inputs)</a:t>
            </a:r>
          </a:p>
          <a:p>
            <a:r>
              <a:rPr lang="en-ID" sz="700" dirty="0"/>
              <a:t>    pred = </a:t>
            </a:r>
            <a:r>
              <a:rPr lang="en-ID" sz="700" dirty="0" err="1"/>
              <a:t>output.logits.argmax</a:t>
            </a:r>
            <a:r>
              <a:rPr lang="en-ID" sz="700" dirty="0"/>
              <a:t>(dim=-1).item()</a:t>
            </a:r>
          </a:p>
          <a:p>
            <a:r>
              <a:rPr lang="en-ID" sz="700" dirty="0"/>
              <a:t>    </a:t>
            </a:r>
          </a:p>
          <a:p>
            <a:r>
              <a:rPr lang="en-ID" sz="700" dirty="0"/>
              <a:t>intent = </a:t>
            </a:r>
            <a:r>
              <a:rPr lang="en-ID" sz="700" dirty="0" err="1"/>
              <a:t>le.inverse_transform</a:t>
            </a:r>
            <a:r>
              <a:rPr lang="en-ID" sz="700" dirty="0"/>
              <a:t>([pred])[0]</a:t>
            </a:r>
          </a:p>
          <a:p>
            <a:endParaRPr lang="en-ID" sz="700" dirty="0"/>
          </a:p>
          <a:p>
            <a:r>
              <a:rPr lang="en-ID" sz="700" dirty="0"/>
              <a:t>print ("Text: ", </a:t>
            </a:r>
            <a:r>
              <a:rPr lang="en-ID" sz="700" dirty="0" err="1"/>
              <a:t>user_input</a:t>
            </a:r>
            <a:r>
              <a:rPr lang="en-ID" sz="700" dirty="0"/>
              <a:t>)</a:t>
            </a:r>
          </a:p>
          <a:p>
            <a:r>
              <a:rPr lang="en-ID" sz="700" dirty="0"/>
              <a:t>print ("Intent: ", intent)</a:t>
            </a:r>
          </a:p>
          <a:p>
            <a:r>
              <a:rPr lang="en-ID" sz="700" dirty="0"/>
              <a:t>print ("Intent label: ", </a:t>
            </a:r>
            <a:r>
              <a:rPr lang="en-ID" sz="700" dirty="0" err="1"/>
              <a:t>my_dict</a:t>
            </a:r>
            <a:r>
              <a:rPr lang="en-ID" sz="700" dirty="0"/>
              <a:t>[intent])</a:t>
            </a:r>
          </a:p>
          <a:p>
            <a:endParaRPr lang="en-ID" sz="700" dirty="0"/>
          </a:p>
          <a:p>
            <a:r>
              <a:rPr lang="en-ID" sz="7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C112E-DC56-7FDB-7FF5-4AD493D98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11" y="1690688"/>
            <a:ext cx="6138190" cy="1325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23DBC9-E6CF-FE22-233F-1BA765AFEA0F}"/>
              </a:ext>
            </a:extLst>
          </p:cNvPr>
          <p:cNvSpPr txBox="1"/>
          <p:nvPr/>
        </p:nvSpPr>
        <p:spPr>
          <a:xfrm>
            <a:off x="838200" y="4231072"/>
            <a:ext cx="654127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would like to transfer $100 from my checking to saving account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dirty="0"/>
              <a:t>set a timer for 10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you tell me what </a:t>
            </a:r>
            <a:r>
              <a:rPr lang="en-US" dirty="0" err="1"/>
              <a:t>dendrofilous</a:t>
            </a:r>
            <a:r>
              <a:rPr lang="en-US" dirty="0"/>
              <a:t> 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you help me locate my phone</a:t>
            </a:r>
          </a:p>
          <a:p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5246C-0309-8FE5-D5FC-7141C4D87F3B}"/>
              </a:ext>
            </a:extLst>
          </p:cNvPr>
          <p:cNvSpPr txBox="1"/>
          <p:nvPr/>
        </p:nvSpPr>
        <p:spPr>
          <a:xfrm>
            <a:off x="556591" y="3707296"/>
            <a:ext cx="3717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Try these sentences:</a:t>
            </a:r>
            <a:endParaRPr lang="en-ID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3474C-E75D-2B33-A9C5-234C5B3DC6F8}"/>
              </a:ext>
            </a:extLst>
          </p:cNvPr>
          <p:cNvSpPr txBox="1"/>
          <p:nvPr/>
        </p:nvSpPr>
        <p:spPr>
          <a:xfrm>
            <a:off x="551078" y="5708400"/>
            <a:ext cx="44900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Try with your own sentence:</a:t>
            </a:r>
          </a:p>
          <a:p>
            <a:r>
              <a:rPr lang="en-ID" sz="2000" b="1" dirty="0"/>
              <a:t>  </a:t>
            </a:r>
            <a:r>
              <a:rPr lang="en-ID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00897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2163</Words>
  <Application>Microsoft Office PowerPoint</Application>
  <PresentationFormat>Widescreen</PresentationFormat>
  <Paragraphs>352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Intent Recognition Example</vt:lpstr>
      <vt:lpstr>Dataset CLINC150 </vt:lpstr>
      <vt:lpstr>Dataset Structure</vt:lpstr>
      <vt:lpstr>Pre-trained model: DistilBERT</vt:lpstr>
      <vt:lpstr>Tokenizer </vt:lpstr>
      <vt:lpstr>Tokenizer Example</vt:lpstr>
      <vt:lpstr>Regular vs BERT Tokenizer</vt:lpstr>
      <vt:lpstr>Subword Tokenization</vt:lpstr>
      <vt:lpstr>Training Arguments</vt:lpstr>
      <vt:lpstr>Trainer Initialization</vt:lpstr>
      <vt:lpstr>Train the Intent Model</vt:lpstr>
      <vt:lpstr>Predict the Intent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Reviewer</dc:creator>
  <cp:lastModifiedBy>Reviewer</cp:lastModifiedBy>
  <cp:revision>28</cp:revision>
  <dcterms:created xsi:type="dcterms:W3CDTF">2025-05-10T03:53:17Z</dcterms:created>
  <dcterms:modified xsi:type="dcterms:W3CDTF">2025-09-03T13:00:42Z</dcterms:modified>
</cp:coreProperties>
</file>